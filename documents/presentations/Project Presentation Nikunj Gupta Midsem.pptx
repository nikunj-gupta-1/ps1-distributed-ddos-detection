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9" r:id="rId23"/>
    <p:sldId id="280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73"/>
  </p:normalViewPr>
  <p:slideViewPr>
    <p:cSldViewPr snapToGrid="0" snapToObjects="1">
      <p:cViewPr varScale="1">
        <p:scale>
          <a:sx n="115" d="100"/>
          <a:sy n="115" d="100"/>
        </p:scale>
        <p:origin x="600" y="48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9.png"/><Relationship Id="rId7" Type="http://schemas.openxmlformats.org/officeDocument/2006/relationships/image" Target="../media/image23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10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3" Type="http://schemas.openxmlformats.org/officeDocument/2006/relationships/image" Target="../media/image50.png"/><Relationship Id="rId7" Type="http://schemas.openxmlformats.org/officeDocument/2006/relationships/image" Target="../media/image53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2.svg"/><Relationship Id="rId5" Type="http://schemas.openxmlformats.org/officeDocument/2006/relationships/image" Target="../media/image15.png"/><Relationship Id="rId4" Type="http://schemas.openxmlformats.org/officeDocument/2006/relationships/image" Target="../media/image51.svg"/></Relationships>
</file>

<file path=ppt/diagrams/_rels/data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3" Type="http://schemas.openxmlformats.org/officeDocument/2006/relationships/image" Target="../media/image57.png"/><Relationship Id="rId7" Type="http://schemas.openxmlformats.org/officeDocument/2006/relationships/image" Target="../media/image60.png"/><Relationship Id="rId2" Type="http://schemas.openxmlformats.org/officeDocument/2006/relationships/image" Target="../media/image56.svg"/><Relationship Id="rId1" Type="http://schemas.openxmlformats.org/officeDocument/2006/relationships/image" Target="../media/image55.png"/><Relationship Id="rId6" Type="http://schemas.openxmlformats.org/officeDocument/2006/relationships/image" Target="../media/image59.svg"/><Relationship Id="rId5" Type="http://schemas.openxmlformats.org/officeDocument/2006/relationships/image" Target="../media/image38.png"/><Relationship Id="rId4" Type="http://schemas.openxmlformats.org/officeDocument/2006/relationships/image" Target="../media/image58.svg"/></Relationships>
</file>

<file path=ppt/diagrams/_rels/data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sv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svg"/><Relationship Id="rId1" Type="http://schemas.openxmlformats.org/officeDocument/2006/relationships/image" Target="../media/image62.png"/><Relationship Id="rId6" Type="http://schemas.openxmlformats.org/officeDocument/2006/relationships/image" Target="../media/image67.svg"/><Relationship Id="rId5" Type="http://schemas.openxmlformats.org/officeDocument/2006/relationships/image" Target="../media/image66.png"/><Relationship Id="rId4" Type="http://schemas.openxmlformats.org/officeDocument/2006/relationships/image" Target="../media/image65.svg"/></Relationships>
</file>

<file path=ppt/diagrams/_rels/data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sv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71.svg"/><Relationship Id="rId1" Type="http://schemas.openxmlformats.org/officeDocument/2006/relationships/image" Target="../media/image70.png"/><Relationship Id="rId6" Type="http://schemas.openxmlformats.org/officeDocument/2006/relationships/image" Target="../media/image75.svg"/><Relationship Id="rId5" Type="http://schemas.openxmlformats.org/officeDocument/2006/relationships/image" Target="../media/image74.png"/><Relationship Id="rId4" Type="http://schemas.openxmlformats.org/officeDocument/2006/relationships/image" Target="../media/image73.svg"/></Relationships>
</file>

<file path=ppt/diagrams/_rels/data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sv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image" Target="../media/image79.svg"/><Relationship Id="rId1" Type="http://schemas.openxmlformats.org/officeDocument/2006/relationships/image" Target="../media/image78.png"/><Relationship Id="rId6" Type="http://schemas.openxmlformats.org/officeDocument/2006/relationships/image" Target="../media/image83.svg"/><Relationship Id="rId5" Type="http://schemas.openxmlformats.org/officeDocument/2006/relationships/image" Target="../media/image82.png"/><Relationship Id="rId4" Type="http://schemas.openxmlformats.org/officeDocument/2006/relationships/image" Target="../media/image81.svg"/></Relationships>
</file>

<file path=ppt/diagrams/_rels/data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sv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2" Type="http://schemas.openxmlformats.org/officeDocument/2006/relationships/image" Target="../media/image87.svg"/><Relationship Id="rId1" Type="http://schemas.openxmlformats.org/officeDocument/2006/relationships/image" Target="../media/image86.png"/><Relationship Id="rId6" Type="http://schemas.openxmlformats.org/officeDocument/2006/relationships/image" Target="../media/image91.svg"/><Relationship Id="rId5" Type="http://schemas.openxmlformats.org/officeDocument/2006/relationships/image" Target="../media/image90.png"/><Relationship Id="rId4" Type="http://schemas.openxmlformats.org/officeDocument/2006/relationships/image" Target="../media/image89.svg"/></Relationships>
</file>

<file path=ppt/diagrams/_rels/data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svg"/><Relationship Id="rId3" Type="http://schemas.openxmlformats.org/officeDocument/2006/relationships/image" Target="../media/image72.png"/><Relationship Id="rId7" Type="http://schemas.openxmlformats.org/officeDocument/2006/relationships/image" Target="../media/image98.png"/><Relationship Id="rId2" Type="http://schemas.openxmlformats.org/officeDocument/2006/relationships/image" Target="../media/image95.svg"/><Relationship Id="rId1" Type="http://schemas.openxmlformats.org/officeDocument/2006/relationships/image" Target="../media/image94.png"/><Relationship Id="rId6" Type="http://schemas.openxmlformats.org/officeDocument/2006/relationships/image" Target="../media/image97.svg"/><Relationship Id="rId5" Type="http://schemas.openxmlformats.org/officeDocument/2006/relationships/image" Target="../media/image96.png"/><Relationship Id="rId4" Type="http://schemas.openxmlformats.org/officeDocument/2006/relationships/image" Target="../media/image73.svg"/></Relationships>
</file>

<file path=ppt/diagrams/_rels/data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svg"/><Relationship Id="rId3" Type="http://schemas.openxmlformats.org/officeDocument/2006/relationships/image" Target="../media/image5.png"/><Relationship Id="rId7" Type="http://schemas.openxmlformats.org/officeDocument/2006/relationships/image" Target="../media/image104.png"/><Relationship Id="rId2" Type="http://schemas.openxmlformats.org/officeDocument/2006/relationships/image" Target="../media/image101.svg"/><Relationship Id="rId1" Type="http://schemas.openxmlformats.org/officeDocument/2006/relationships/image" Target="../media/image100.png"/><Relationship Id="rId6" Type="http://schemas.openxmlformats.org/officeDocument/2006/relationships/image" Target="../media/image103.svg"/><Relationship Id="rId5" Type="http://schemas.openxmlformats.org/officeDocument/2006/relationships/image" Target="../media/image102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9.png"/><Relationship Id="rId7" Type="http://schemas.openxmlformats.org/officeDocument/2006/relationships/image" Target="../media/image23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10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3" Type="http://schemas.openxmlformats.org/officeDocument/2006/relationships/image" Target="../media/image50.png"/><Relationship Id="rId7" Type="http://schemas.openxmlformats.org/officeDocument/2006/relationships/image" Target="../media/image53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2.svg"/><Relationship Id="rId5" Type="http://schemas.openxmlformats.org/officeDocument/2006/relationships/image" Target="../media/image15.png"/><Relationship Id="rId4" Type="http://schemas.openxmlformats.org/officeDocument/2006/relationships/image" Target="../media/image51.svg"/></Relationships>
</file>

<file path=ppt/diagrams/_rels/drawing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3" Type="http://schemas.openxmlformats.org/officeDocument/2006/relationships/image" Target="../media/image57.png"/><Relationship Id="rId7" Type="http://schemas.openxmlformats.org/officeDocument/2006/relationships/image" Target="../media/image60.png"/><Relationship Id="rId2" Type="http://schemas.openxmlformats.org/officeDocument/2006/relationships/image" Target="../media/image56.svg"/><Relationship Id="rId1" Type="http://schemas.openxmlformats.org/officeDocument/2006/relationships/image" Target="../media/image55.png"/><Relationship Id="rId6" Type="http://schemas.openxmlformats.org/officeDocument/2006/relationships/image" Target="../media/image59.svg"/><Relationship Id="rId5" Type="http://schemas.openxmlformats.org/officeDocument/2006/relationships/image" Target="../media/image38.png"/><Relationship Id="rId4" Type="http://schemas.openxmlformats.org/officeDocument/2006/relationships/image" Target="../media/image58.svg"/></Relationships>
</file>

<file path=ppt/diagrams/_rels/drawing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sv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svg"/><Relationship Id="rId1" Type="http://schemas.openxmlformats.org/officeDocument/2006/relationships/image" Target="../media/image62.png"/><Relationship Id="rId6" Type="http://schemas.openxmlformats.org/officeDocument/2006/relationships/image" Target="../media/image67.svg"/><Relationship Id="rId5" Type="http://schemas.openxmlformats.org/officeDocument/2006/relationships/image" Target="../media/image66.png"/><Relationship Id="rId4" Type="http://schemas.openxmlformats.org/officeDocument/2006/relationships/image" Target="../media/image65.svg"/></Relationships>
</file>

<file path=ppt/diagrams/_rels/drawing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sv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71.svg"/><Relationship Id="rId1" Type="http://schemas.openxmlformats.org/officeDocument/2006/relationships/image" Target="../media/image70.png"/><Relationship Id="rId6" Type="http://schemas.openxmlformats.org/officeDocument/2006/relationships/image" Target="../media/image75.svg"/><Relationship Id="rId5" Type="http://schemas.openxmlformats.org/officeDocument/2006/relationships/image" Target="../media/image74.png"/><Relationship Id="rId4" Type="http://schemas.openxmlformats.org/officeDocument/2006/relationships/image" Target="../media/image73.svg"/></Relationships>
</file>

<file path=ppt/diagrams/_rels/drawing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sv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image" Target="../media/image79.svg"/><Relationship Id="rId1" Type="http://schemas.openxmlformats.org/officeDocument/2006/relationships/image" Target="../media/image78.png"/><Relationship Id="rId6" Type="http://schemas.openxmlformats.org/officeDocument/2006/relationships/image" Target="../media/image83.svg"/><Relationship Id="rId5" Type="http://schemas.openxmlformats.org/officeDocument/2006/relationships/image" Target="../media/image82.png"/><Relationship Id="rId4" Type="http://schemas.openxmlformats.org/officeDocument/2006/relationships/image" Target="../media/image81.svg"/></Relationships>
</file>

<file path=ppt/diagrams/_rels/drawing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sv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2" Type="http://schemas.openxmlformats.org/officeDocument/2006/relationships/image" Target="../media/image87.svg"/><Relationship Id="rId1" Type="http://schemas.openxmlformats.org/officeDocument/2006/relationships/image" Target="../media/image86.png"/><Relationship Id="rId6" Type="http://schemas.openxmlformats.org/officeDocument/2006/relationships/image" Target="../media/image91.svg"/><Relationship Id="rId5" Type="http://schemas.openxmlformats.org/officeDocument/2006/relationships/image" Target="../media/image90.png"/><Relationship Id="rId4" Type="http://schemas.openxmlformats.org/officeDocument/2006/relationships/image" Target="../media/image89.svg"/></Relationships>
</file>

<file path=ppt/diagrams/_rels/drawing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svg"/><Relationship Id="rId3" Type="http://schemas.openxmlformats.org/officeDocument/2006/relationships/image" Target="../media/image72.png"/><Relationship Id="rId7" Type="http://schemas.openxmlformats.org/officeDocument/2006/relationships/image" Target="../media/image98.png"/><Relationship Id="rId2" Type="http://schemas.openxmlformats.org/officeDocument/2006/relationships/image" Target="../media/image95.svg"/><Relationship Id="rId1" Type="http://schemas.openxmlformats.org/officeDocument/2006/relationships/image" Target="../media/image94.png"/><Relationship Id="rId6" Type="http://schemas.openxmlformats.org/officeDocument/2006/relationships/image" Target="../media/image97.svg"/><Relationship Id="rId5" Type="http://schemas.openxmlformats.org/officeDocument/2006/relationships/image" Target="../media/image96.png"/><Relationship Id="rId4" Type="http://schemas.openxmlformats.org/officeDocument/2006/relationships/image" Target="../media/image73.svg"/></Relationships>
</file>

<file path=ppt/diagrams/_rels/drawing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svg"/><Relationship Id="rId3" Type="http://schemas.openxmlformats.org/officeDocument/2006/relationships/image" Target="../media/image5.png"/><Relationship Id="rId7" Type="http://schemas.openxmlformats.org/officeDocument/2006/relationships/image" Target="../media/image104.png"/><Relationship Id="rId2" Type="http://schemas.openxmlformats.org/officeDocument/2006/relationships/image" Target="../media/image101.svg"/><Relationship Id="rId1" Type="http://schemas.openxmlformats.org/officeDocument/2006/relationships/image" Target="../media/image100.png"/><Relationship Id="rId6" Type="http://schemas.openxmlformats.org/officeDocument/2006/relationships/image" Target="../media/image103.svg"/><Relationship Id="rId5" Type="http://schemas.openxmlformats.org/officeDocument/2006/relationships/image" Target="../media/image102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57FAFE-F368-40D4-96F5-92AD90CC81D8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321AED1-87A4-4A6F-B5BE-B340D1D05A8A}">
      <dgm:prSet/>
      <dgm:spPr/>
      <dgm:t>
        <a:bodyPr/>
        <a:lstStyle/>
        <a:p>
          <a:r>
            <a:rPr lang="en-US"/>
            <a:t>Phase-1: Generic prediction models for healthcare &amp; cybersecurity domains.</a:t>
          </a:r>
        </a:p>
      </dgm:t>
    </dgm:pt>
    <dgm:pt modelId="{733DCAE5-FCC6-4FEE-A4A9-BE04B08674FC}" type="parTrans" cxnId="{05FC806D-D19B-42CE-83BC-11F4EB129EC5}">
      <dgm:prSet/>
      <dgm:spPr/>
      <dgm:t>
        <a:bodyPr/>
        <a:lstStyle/>
        <a:p>
          <a:endParaRPr lang="en-US"/>
        </a:p>
      </dgm:t>
    </dgm:pt>
    <dgm:pt modelId="{1E313163-CC27-4AC7-A44E-EB9315D48C8D}" type="sibTrans" cxnId="{05FC806D-D19B-42CE-83BC-11F4EB129EC5}">
      <dgm:prSet/>
      <dgm:spPr/>
      <dgm:t>
        <a:bodyPr/>
        <a:lstStyle/>
        <a:p>
          <a:endParaRPr lang="en-US"/>
        </a:p>
      </dgm:t>
    </dgm:pt>
    <dgm:pt modelId="{BFCFA946-6067-4CAD-8B99-D02E903206DF}">
      <dgm:prSet/>
      <dgm:spPr/>
      <dgm:t>
        <a:bodyPr/>
        <a:lstStyle/>
        <a:p>
          <a:r>
            <a:rPr lang="en-US"/>
            <a:t>Phase-2: Enterprise-grade real-time DDoS detection pipeline.</a:t>
          </a:r>
        </a:p>
      </dgm:t>
    </dgm:pt>
    <dgm:pt modelId="{AC1D821E-9570-4029-82B2-45E2D62B2B7E}" type="parTrans" cxnId="{70808559-A29C-4D81-BC61-24F7F6854344}">
      <dgm:prSet/>
      <dgm:spPr/>
      <dgm:t>
        <a:bodyPr/>
        <a:lstStyle/>
        <a:p>
          <a:endParaRPr lang="en-US"/>
        </a:p>
      </dgm:t>
    </dgm:pt>
    <dgm:pt modelId="{42F53552-5CB0-460C-9017-7CD2A744B7EF}" type="sibTrans" cxnId="{70808559-A29C-4D81-BC61-24F7F6854344}">
      <dgm:prSet/>
      <dgm:spPr/>
      <dgm:t>
        <a:bodyPr/>
        <a:lstStyle/>
        <a:p>
          <a:endParaRPr lang="en-US"/>
        </a:p>
      </dgm:t>
    </dgm:pt>
    <dgm:pt modelId="{4735A4FA-17EC-4A74-A6A2-8B9A7A2781A2}">
      <dgm:prSet/>
      <dgm:spPr/>
      <dgm:t>
        <a:bodyPr/>
        <a:lstStyle/>
        <a:p>
          <a:r>
            <a:rPr lang="en-US"/>
            <a:t>Learning curve: From offline notebooks ➜ streaming micro-services.</a:t>
          </a:r>
        </a:p>
      </dgm:t>
    </dgm:pt>
    <dgm:pt modelId="{26F17ED5-20DC-4B02-B499-C80F14A51E51}" type="parTrans" cxnId="{9C19ADFC-7C80-43E5-B0EB-565850FB5188}">
      <dgm:prSet/>
      <dgm:spPr/>
      <dgm:t>
        <a:bodyPr/>
        <a:lstStyle/>
        <a:p>
          <a:endParaRPr lang="en-US"/>
        </a:p>
      </dgm:t>
    </dgm:pt>
    <dgm:pt modelId="{F86EF8A6-C3AF-41FC-B562-61097CF453B0}" type="sibTrans" cxnId="{9C19ADFC-7C80-43E5-B0EB-565850FB5188}">
      <dgm:prSet/>
      <dgm:spPr/>
      <dgm:t>
        <a:bodyPr/>
        <a:lstStyle/>
        <a:p>
          <a:endParaRPr lang="en-US"/>
        </a:p>
      </dgm:t>
    </dgm:pt>
    <dgm:pt modelId="{3181121C-52A9-4348-9E58-1F91BA41890F}">
      <dgm:prSet/>
      <dgm:spPr/>
      <dgm:t>
        <a:bodyPr/>
        <a:lstStyle/>
        <a:p>
          <a:r>
            <a:rPr lang="en-US"/>
            <a:t>Key driver: Need for sub-second threat verdicts in production.</a:t>
          </a:r>
        </a:p>
      </dgm:t>
    </dgm:pt>
    <dgm:pt modelId="{26F812BE-1D37-46BF-A1EA-CADD3732EC12}" type="parTrans" cxnId="{DA8F4711-D782-4D22-80E1-6258B60B8684}">
      <dgm:prSet/>
      <dgm:spPr/>
      <dgm:t>
        <a:bodyPr/>
        <a:lstStyle/>
        <a:p>
          <a:endParaRPr lang="en-US"/>
        </a:p>
      </dgm:t>
    </dgm:pt>
    <dgm:pt modelId="{77A5D85D-1319-4DC3-A7E0-B712F97FE2F2}" type="sibTrans" cxnId="{DA8F4711-D782-4D22-80E1-6258B60B8684}">
      <dgm:prSet/>
      <dgm:spPr/>
      <dgm:t>
        <a:bodyPr/>
        <a:lstStyle/>
        <a:p>
          <a:endParaRPr lang="en-US"/>
        </a:p>
      </dgm:t>
    </dgm:pt>
    <dgm:pt modelId="{880AFED4-F616-2344-88E5-8F79AF92CA3E}" type="pres">
      <dgm:prSet presAssocID="{C657FAFE-F368-40D4-96F5-92AD90CC81D8}" presName="matrix" presStyleCnt="0">
        <dgm:presLayoutVars>
          <dgm:chMax val="1"/>
          <dgm:dir/>
          <dgm:resizeHandles val="exact"/>
        </dgm:presLayoutVars>
      </dgm:prSet>
      <dgm:spPr/>
    </dgm:pt>
    <dgm:pt modelId="{1E7DBFAB-09EF-6C40-8BB7-C72DE3C051F9}" type="pres">
      <dgm:prSet presAssocID="{C657FAFE-F368-40D4-96F5-92AD90CC81D8}" presName="diamond" presStyleLbl="bgShp" presStyleIdx="0" presStyleCnt="1"/>
      <dgm:spPr/>
    </dgm:pt>
    <dgm:pt modelId="{DCABA6C7-06FD-BB40-9D79-B8E36C86ECA0}" type="pres">
      <dgm:prSet presAssocID="{C657FAFE-F368-40D4-96F5-92AD90CC81D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1F0BD64-8228-B24D-8922-DE3DBE0D3044}" type="pres">
      <dgm:prSet presAssocID="{C657FAFE-F368-40D4-96F5-92AD90CC81D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C7A4850-137E-554C-901F-905AA0742F8A}" type="pres">
      <dgm:prSet presAssocID="{C657FAFE-F368-40D4-96F5-92AD90CC81D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379B60E-CA95-5A4A-9FCD-66B06B308410}" type="pres">
      <dgm:prSet presAssocID="{C657FAFE-F368-40D4-96F5-92AD90CC81D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DA8F4711-D782-4D22-80E1-6258B60B8684}" srcId="{C657FAFE-F368-40D4-96F5-92AD90CC81D8}" destId="{3181121C-52A9-4348-9E58-1F91BA41890F}" srcOrd="3" destOrd="0" parTransId="{26F812BE-1D37-46BF-A1EA-CADD3732EC12}" sibTransId="{77A5D85D-1319-4DC3-A7E0-B712F97FE2F2}"/>
    <dgm:cxn modelId="{E0D29B50-3FD0-8241-86F3-E2F3A856F026}" type="presOf" srcId="{C657FAFE-F368-40D4-96F5-92AD90CC81D8}" destId="{880AFED4-F616-2344-88E5-8F79AF92CA3E}" srcOrd="0" destOrd="0" presId="urn:microsoft.com/office/officeart/2005/8/layout/matrix3"/>
    <dgm:cxn modelId="{70808559-A29C-4D81-BC61-24F7F6854344}" srcId="{C657FAFE-F368-40D4-96F5-92AD90CC81D8}" destId="{BFCFA946-6067-4CAD-8B99-D02E903206DF}" srcOrd="1" destOrd="0" parTransId="{AC1D821E-9570-4029-82B2-45E2D62B2B7E}" sibTransId="{42F53552-5CB0-460C-9017-7CD2A744B7EF}"/>
    <dgm:cxn modelId="{05FC806D-D19B-42CE-83BC-11F4EB129EC5}" srcId="{C657FAFE-F368-40D4-96F5-92AD90CC81D8}" destId="{B321AED1-87A4-4A6F-B5BE-B340D1D05A8A}" srcOrd="0" destOrd="0" parTransId="{733DCAE5-FCC6-4FEE-A4A9-BE04B08674FC}" sibTransId="{1E313163-CC27-4AC7-A44E-EB9315D48C8D}"/>
    <dgm:cxn modelId="{4A3138A3-9567-5844-BA7A-17399495A827}" type="presOf" srcId="{BFCFA946-6067-4CAD-8B99-D02E903206DF}" destId="{31F0BD64-8228-B24D-8922-DE3DBE0D3044}" srcOrd="0" destOrd="0" presId="urn:microsoft.com/office/officeart/2005/8/layout/matrix3"/>
    <dgm:cxn modelId="{5ADADCC1-8A40-D742-B052-0A14F90DFA47}" type="presOf" srcId="{4735A4FA-17EC-4A74-A6A2-8B9A7A2781A2}" destId="{BC7A4850-137E-554C-901F-905AA0742F8A}" srcOrd="0" destOrd="0" presId="urn:microsoft.com/office/officeart/2005/8/layout/matrix3"/>
    <dgm:cxn modelId="{61FDB8C4-05F3-A54C-8583-A69DD525B807}" type="presOf" srcId="{B321AED1-87A4-4A6F-B5BE-B340D1D05A8A}" destId="{DCABA6C7-06FD-BB40-9D79-B8E36C86ECA0}" srcOrd="0" destOrd="0" presId="urn:microsoft.com/office/officeart/2005/8/layout/matrix3"/>
    <dgm:cxn modelId="{FCBC5EC8-2C91-6044-9918-D42EC1BA4530}" type="presOf" srcId="{3181121C-52A9-4348-9E58-1F91BA41890F}" destId="{9379B60E-CA95-5A4A-9FCD-66B06B308410}" srcOrd="0" destOrd="0" presId="urn:microsoft.com/office/officeart/2005/8/layout/matrix3"/>
    <dgm:cxn modelId="{9C19ADFC-7C80-43E5-B0EB-565850FB5188}" srcId="{C657FAFE-F368-40D4-96F5-92AD90CC81D8}" destId="{4735A4FA-17EC-4A74-A6A2-8B9A7A2781A2}" srcOrd="2" destOrd="0" parTransId="{26F17ED5-20DC-4B02-B499-C80F14A51E51}" sibTransId="{F86EF8A6-C3AF-41FC-B562-61097CF453B0}"/>
    <dgm:cxn modelId="{C1B68BF4-F01C-6E43-92B3-79BBBBEB2B63}" type="presParOf" srcId="{880AFED4-F616-2344-88E5-8F79AF92CA3E}" destId="{1E7DBFAB-09EF-6C40-8BB7-C72DE3C051F9}" srcOrd="0" destOrd="0" presId="urn:microsoft.com/office/officeart/2005/8/layout/matrix3"/>
    <dgm:cxn modelId="{E9A847E2-2523-C042-BD53-EF5F5C48B5D4}" type="presParOf" srcId="{880AFED4-F616-2344-88E5-8F79AF92CA3E}" destId="{DCABA6C7-06FD-BB40-9D79-B8E36C86ECA0}" srcOrd="1" destOrd="0" presId="urn:microsoft.com/office/officeart/2005/8/layout/matrix3"/>
    <dgm:cxn modelId="{D6E73E9B-1AF7-2B4D-BEC2-3C71D006F956}" type="presParOf" srcId="{880AFED4-F616-2344-88E5-8F79AF92CA3E}" destId="{31F0BD64-8228-B24D-8922-DE3DBE0D3044}" srcOrd="2" destOrd="0" presId="urn:microsoft.com/office/officeart/2005/8/layout/matrix3"/>
    <dgm:cxn modelId="{4AB6369E-1394-674B-BB35-0F45C9B54E0E}" type="presParOf" srcId="{880AFED4-F616-2344-88E5-8F79AF92CA3E}" destId="{BC7A4850-137E-554C-901F-905AA0742F8A}" srcOrd="3" destOrd="0" presId="urn:microsoft.com/office/officeart/2005/8/layout/matrix3"/>
    <dgm:cxn modelId="{69C43B50-5248-ED4F-BCD3-0D179D53A9F1}" type="presParOf" srcId="{880AFED4-F616-2344-88E5-8F79AF92CA3E}" destId="{9379B60E-CA95-5A4A-9FCD-66B06B308410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671FADD-7F39-4CF9-A2A7-E1AF9FD73F70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01D2384-0354-4EB3-A99F-5A4276E5C00E}">
      <dgm:prSet/>
      <dgm:spPr/>
      <dgm:t>
        <a:bodyPr/>
        <a:lstStyle/>
        <a:p>
          <a:pPr>
            <a:defRPr cap="all"/>
          </a:pPr>
          <a:r>
            <a:rPr lang="en-US"/>
            <a:t>Implemented Random Forest-based predictors on public health &amp; intrusion datasets.</a:t>
          </a:r>
        </a:p>
      </dgm:t>
    </dgm:pt>
    <dgm:pt modelId="{91F77C21-B1EC-42A1-B3E0-A76422A720B6}" type="parTrans" cxnId="{0033F4BC-A162-4624-9FA2-4245832BF2A0}">
      <dgm:prSet/>
      <dgm:spPr/>
      <dgm:t>
        <a:bodyPr/>
        <a:lstStyle/>
        <a:p>
          <a:endParaRPr lang="en-US"/>
        </a:p>
      </dgm:t>
    </dgm:pt>
    <dgm:pt modelId="{72E8F05E-C174-4248-B238-8AC6958F3264}" type="sibTrans" cxnId="{0033F4BC-A162-4624-9FA2-4245832BF2A0}">
      <dgm:prSet/>
      <dgm:spPr/>
      <dgm:t>
        <a:bodyPr/>
        <a:lstStyle/>
        <a:p>
          <a:endParaRPr lang="en-US"/>
        </a:p>
      </dgm:t>
    </dgm:pt>
    <dgm:pt modelId="{AF810F4A-4AD4-4DF0-AA18-01AB9ED48D73}">
      <dgm:prSet/>
      <dgm:spPr/>
      <dgm:t>
        <a:bodyPr/>
        <a:lstStyle/>
        <a:p>
          <a:pPr>
            <a:defRPr cap="all"/>
          </a:pPr>
          <a:r>
            <a:rPr lang="en-US"/>
            <a:t>Stack: Python 3.11, Scikit-learn, Streamlit demo UI.</a:t>
          </a:r>
        </a:p>
      </dgm:t>
    </dgm:pt>
    <dgm:pt modelId="{F77A430C-1D6C-4F94-B1E2-736F4CC14A05}" type="parTrans" cxnId="{13A8AAE0-2FC9-46D3-8CD1-9423A3F91E37}">
      <dgm:prSet/>
      <dgm:spPr/>
      <dgm:t>
        <a:bodyPr/>
        <a:lstStyle/>
        <a:p>
          <a:endParaRPr lang="en-US"/>
        </a:p>
      </dgm:t>
    </dgm:pt>
    <dgm:pt modelId="{6CF25E2E-38B9-4C12-98D1-42D89D40341C}" type="sibTrans" cxnId="{13A8AAE0-2FC9-46D3-8CD1-9423A3F91E37}">
      <dgm:prSet/>
      <dgm:spPr/>
      <dgm:t>
        <a:bodyPr/>
        <a:lstStyle/>
        <a:p>
          <a:endParaRPr lang="en-US"/>
        </a:p>
      </dgm:t>
    </dgm:pt>
    <dgm:pt modelId="{938CDF61-9B2E-461D-B495-1343A4486962}">
      <dgm:prSet/>
      <dgm:spPr/>
      <dgm:t>
        <a:bodyPr/>
        <a:lstStyle/>
        <a:p>
          <a:pPr>
            <a:defRPr cap="all"/>
          </a:pPr>
          <a:r>
            <a:rPr lang="en-US"/>
            <a:t>Outcome: 78 % baseline accuracy, validated modelling workflow.</a:t>
          </a:r>
        </a:p>
      </dgm:t>
    </dgm:pt>
    <dgm:pt modelId="{2202314E-82B2-4342-A331-FEBD658FA9FB}" type="parTrans" cxnId="{4F771CFF-0B79-4145-92EE-949F502E0B28}">
      <dgm:prSet/>
      <dgm:spPr/>
      <dgm:t>
        <a:bodyPr/>
        <a:lstStyle/>
        <a:p>
          <a:endParaRPr lang="en-US"/>
        </a:p>
      </dgm:t>
    </dgm:pt>
    <dgm:pt modelId="{4D3D5FB7-1424-431D-B3AC-165E2B9BAFF3}" type="sibTrans" cxnId="{4F771CFF-0B79-4145-92EE-949F502E0B28}">
      <dgm:prSet/>
      <dgm:spPr/>
      <dgm:t>
        <a:bodyPr/>
        <a:lstStyle/>
        <a:p>
          <a:endParaRPr lang="en-US"/>
        </a:p>
      </dgm:t>
    </dgm:pt>
    <dgm:pt modelId="{1BB17D94-2C8F-4A76-B072-14442C30939B}">
      <dgm:prSet/>
      <dgm:spPr/>
      <dgm:t>
        <a:bodyPr/>
        <a:lstStyle/>
        <a:p>
          <a:pPr>
            <a:defRPr cap="all"/>
          </a:pPr>
          <a:r>
            <a:rPr lang="en-US"/>
            <a:t>Limitation: Lacked live data ingestion &amp; scaling capabilities.</a:t>
          </a:r>
        </a:p>
      </dgm:t>
    </dgm:pt>
    <dgm:pt modelId="{10F378FC-0463-428F-9406-943C9F49D095}" type="parTrans" cxnId="{5014DE5E-B8DE-4FE2-95B2-D7ED3C243BE7}">
      <dgm:prSet/>
      <dgm:spPr/>
      <dgm:t>
        <a:bodyPr/>
        <a:lstStyle/>
        <a:p>
          <a:endParaRPr lang="en-US"/>
        </a:p>
      </dgm:t>
    </dgm:pt>
    <dgm:pt modelId="{85FAD4D5-47B3-434F-8CCB-4B410C31B510}" type="sibTrans" cxnId="{5014DE5E-B8DE-4FE2-95B2-D7ED3C243BE7}">
      <dgm:prSet/>
      <dgm:spPr/>
      <dgm:t>
        <a:bodyPr/>
        <a:lstStyle/>
        <a:p>
          <a:endParaRPr lang="en-US"/>
        </a:p>
      </dgm:t>
    </dgm:pt>
    <dgm:pt modelId="{A0AF88DE-28A9-4E44-BF0F-C802CF965157}" type="pres">
      <dgm:prSet presAssocID="{7671FADD-7F39-4CF9-A2A7-E1AF9FD73F70}" presName="root" presStyleCnt="0">
        <dgm:presLayoutVars>
          <dgm:dir/>
          <dgm:resizeHandles val="exact"/>
        </dgm:presLayoutVars>
      </dgm:prSet>
      <dgm:spPr/>
    </dgm:pt>
    <dgm:pt modelId="{D87FC18B-AB64-4C10-B7E0-C5BC764E5149}" type="pres">
      <dgm:prSet presAssocID="{501D2384-0354-4EB3-A99F-5A4276E5C00E}" presName="compNode" presStyleCnt="0"/>
      <dgm:spPr/>
    </dgm:pt>
    <dgm:pt modelId="{AEE5620C-EC82-401E-A42A-ECB4C6F71032}" type="pres">
      <dgm:prSet presAssocID="{501D2384-0354-4EB3-A99F-5A4276E5C00E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49EC8D71-15A6-4461-9473-9508669B6441}" type="pres">
      <dgm:prSet presAssocID="{501D2384-0354-4EB3-A99F-5A4276E5C00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est scene"/>
        </a:ext>
      </dgm:extLst>
    </dgm:pt>
    <dgm:pt modelId="{5F2C91F2-B070-4D47-830A-23B3264C63CC}" type="pres">
      <dgm:prSet presAssocID="{501D2384-0354-4EB3-A99F-5A4276E5C00E}" presName="spaceRect" presStyleCnt="0"/>
      <dgm:spPr/>
    </dgm:pt>
    <dgm:pt modelId="{4447ECAD-CEED-438F-9AA7-2332524F800E}" type="pres">
      <dgm:prSet presAssocID="{501D2384-0354-4EB3-A99F-5A4276E5C00E}" presName="textRect" presStyleLbl="revTx" presStyleIdx="0" presStyleCnt="4">
        <dgm:presLayoutVars>
          <dgm:chMax val="1"/>
          <dgm:chPref val="1"/>
        </dgm:presLayoutVars>
      </dgm:prSet>
      <dgm:spPr/>
    </dgm:pt>
    <dgm:pt modelId="{2A9153FE-9E4F-4F0A-870B-39A900F10A15}" type="pres">
      <dgm:prSet presAssocID="{72E8F05E-C174-4248-B238-8AC6958F3264}" presName="sibTrans" presStyleCnt="0"/>
      <dgm:spPr/>
    </dgm:pt>
    <dgm:pt modelId="{E0FFEA61-3649-4B2F-95F9-8CDDE735B3F2}" type="pres">
      <dgm:prSet presAssocID="{AF810F4A-4AD4-4DF0-AA18-01AB9ED48D73}" presName="compNode" presStyleCnt="0"/>
      <dgm:spPr/>
    </dgm:pt>
    <dgm:pt modelId="{A4A11684-D76C-46B3-A723-5F8159FF842E}" type="pres">
      <dgm:prSet presAssocID="{AF810F4A-4AD4-4DF0-AA18-01AB9ED48D73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11247747-82E6-4A70-9AA4-6028EF3FCB3C}" type="pres">
      <dgm:prSet presAssocID="{AF810F4A-4AD4-4DF0-AA18-01AB9ED48D7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9829AFF3-4C81-4718-B87A-427A4F772309}" type="pres">
      <dgm:prSet presAssocID="{AF810F4A-4AD4-4DF0-AA18-01AB9ED48D73}" presName="spaceRect" presStyleCnt="0"/>
      <dgm:spPr/>
    </dgm:pt>
    <dgm:pt modelId="{D98BADAD-D50E-4D82-B756-EBDFE8342684}" type="pres">
      <dgm:prSet presAssocID="{AF810F4A-4AD4-4DF0-AA18-01AB9ED48D73}" presName="textRect" presStyleLbl="revTx" presStyleIdx="1" presStyleCnt="4">
        <dgm:presLayoutVars>
          <dgm:chMax val="1"/>
          <dgm:chPref val="1"/>
        </dgm:presLayoutVars>
      </dgm:prSet>
      <dgm:spPr/>
    </dgm:pt>
    <dgm:pt modelId="{539B0D95-3C0E-4D13-B69F-B3D565A9A7AB}" type="pres">
      <dgm:prSet presAssocID="{6CF25E2E-38B9-4C12-98D1-42D89D40341C}" presName="sibTrans" presStyleCnt="0"/>
      <dgm:spPr/>
    </dgm:pt>
    <dgm:pt modelId="{AD441254-58A4-4BA0-B280-7AB253BB5A60}" type="pres">
      <dgm:prSet presAssocID="{938CDF61-9B2E-461D-B495-1343A4486962}" presName="compNode" presStyleCnt="0"/>
      <dgm:spPr/>
    </dgm:pt>
    <dgm:pt modelId="{E4A38710-F220-4B47-B580-87C184679DDB}" type="pres">
      <dgm:prSet presAssocID="{938CDF61-9B2E-461D-B495-1343A4486962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20167EE-B86D-4176-8BF7-96101141EB70}" type="pres">
      <dgm:prSet presAssocID="{938CDF61-9B2E-461D-B495-1343A448696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r"/>
        </a:ext>
      </dgm:extLst>
    </dgm:pt>
    <dgm:pt modelId="{A0CDCF11-864F-4544-AB33-979B626D545C}" type="pres">
      <dgm:prSet presAssocID="{938CDF61-9B2E-461D-B495-1343A4486962}" presName="spaceRect" presStyleCnt="0"/>
      <dgm:spPr/>
    </dgm:pt>
    <dgm:pt modelId="{0AEBC959-CFA3-49B9-A717-2230025CCB8E}" type="pres">
      <dgm:prSet presAssocID="{938CDF61-9B2E-461D-B495-1343A4486962}" presName="textRect" presStyleLbl="revTx" presStyleIdx="2" presStyleCnt="4">
        <dgm:presLayoutVars>
          <dgm:chMax val="1"/>
          <dgm:chPref val="1"/>
        </dgm:presLayoutVars>
      </dgm:prSet>
      <dgm:spPr/>
    </dgm:pt>
    <dgm:pt modelId="{7CDF2775-EE9E-483A-92BB-3F33D64C4F25}" type="pres">
      <dgm:prSet presAssocID="{4D3D5FB7-1424-431D-B3AC-165E2B9BAFF3}" presName="sibTrans" presStyleCnt="0"/>
      <dgm:spPr/>
    </dgm:pt>
    <dgm:pt modelId="{2698BCD7-C79C-48CE-90D8-9D75E09E545E}" type="pres">
      <dgm:prSet presAssocID="{1BB17D94-2C8F-4A76-B072-14442C30939B}" presName="compNode" presStyleCnt="0"/>
      <dgm:spPr/>
    </dgm:pt>
    <dgm:pt modelId="{BF6E2324-CD11-46C5-BA57-64115D50C1E2}" type="pres">
      <dgm:prSet presAssocID="{1BB17D94-2C8F-4A76-B072-14442C30939B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0BCC0AF4-CB77-4DDF-9BEC-97B184F2ABF1}" type="pres">
      <dgm:prSet presAssocID="{1BB17D94-2C8F-4A76-B072-14442C30939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64FC079-1B9F-4C51-BC81-BD366013CD6B}" type="pres">
      <dgm:prSet presAssocID="{1BB17D94-2C8F-4A76-B072-14442C30939B}" presName="spaceRect" presStyleCnt="0"/>
      <dgm:spPr/>
    </dgm:pt>
    <dgm:pt modelId="{4327C0ED-9280-43CE-AC71-ABE656D93650}" type="pres">
      <dgm:prSet presAssocID="{1BB17D94-2C8F-4A76-B072-14442C30939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BB25E27-A9E5-46EA-AD61-247E3083FCD6}" type="presOf" srcId="{938CDF61-9B2E-461D-B495-1343A4486962}" destId="{0AEBC959-CFA3-49B9-A717-2230025CCB8E}" srcOrd="0" destOrd="0" presId="urn:microsoft.com/office/officeart/2018/5/layout/IconLeafLabelList"/>
    <dgm:cxn modelId="{5014DE5E-B8DE-4FE2-95B2-D7ED3C243BE7}" srcId="{7671FADD-7F39-4CF9-A2A7-E1AF9FD73F70}" destId="{1BB17D94-2C8F-4A76-B072-14442C30939B}" srcOrd="3" destOrd="0" parTransId="{10F378FC-0463-428F-9406-943C9F49D095}" sibTransId="{85FAD4D5-47B3-434F-8CCB-4B410C31B510}"/>
    <dgm:cxn modelId="{47DB2F70-2B3B-468E-9A28-84A365F106D8}" type="presOf" srcId="{AF810F4A-4AD4-4DF0-AA18-01AB9ED48D73}" destId="{D98BADAD-D50E-4D82-B756-EBDFE8342684}" srcOrd="0" destOrd="0" presId="urn:microsoft.com/office/officeart/2018/5/layout/IconLeafLabelList"/>
    <dgm:cxn modelId="{0033F4BC-A162-4624-9FA2-4245832BF2A0}" srcId="{7671FADD-7F39-4CF9-A2A7-E1AF9FD73F70}" destId="{501D2384-0354-4EB3-A99F-5A4276E5C00E}" srcOrd="0" destOrd="0" parTransId="{91F77C21-B1EC-42A1-B3E0-A76422A720B6}" sibTransId="{72E8F05E-C174-4248-B238-8AC6958F3264}"/>
    <dgm:cxn modelId="{7E3BA8C2-C7D2-4D12-A44E-4D3730A32116}" type="presOf" srcId="{1BB17D94-2C8F-4A76-B072-14442C30939B}" destId="{4327C0ED-9280-43CE-AC71-ABE656D93650}" srcOrd="0" destOrd="0" presId="urn:microsoft.com/office/officeart/2018/5/layout/IconLeafLabelList"/>
    <dgm:cxn modelId="{066863C9-74ED-44B1-81B8-F58D436299E1}" type="presOf" srcId="{501D2384-0354-4EB3-A99F-5A4276E5C00E}" destId="{4447ECAD-CEED-438F-9AA7-2332524F800E}" srcOrd="0" destOrd="0" presId="urn:microsoft.com/office/officeart/2018/5/layout/IconLeafLabelList"/>
    <dgm:cxn modelId="{13A8AAE0-2FC9-46D3-8CD1-9423A3F91E37}" srcId="{7671FADD-7F39-4CF9-A2A7-E1AF9FD73F70}" destId="{AF810F4A-4AD4-4DF0-AA18-01AB9ED48D73}" srcOrd="1" destOrd="0" parTransId="{F77A430C-1D6C-4F94-B1E2-736F4CC14A05}" sibTransId="{6CF25E2E-38B9-4C12-98D1-42D89D40341C}"/>
    <dgm:cxn modelId="{FA0AB1EB-B0D9-43D2-9DBC-18826FB43023}" type="presOf" srcId="{7671FADD-7F39-4CF9-A2A7-E1AF9FD73F70}" destId="{A0AF88DE-28A9-4E44-BF0F-C802CF965157}" srcOrd="0" destOrd="0" presId="urn:microsoft.com/office/officeart/2018/5/layout/IconLeafLabelList"/>
    <dgm:cxn modelId="{4F771CFF-0B79-4145-92EE-949F502E0B28}" srcId="{7671FADD-7F39-4CF9-A2A7-E1AF9FD73F70}" destId="{938CDF61-9B2E-461D-B495-1343A4486962}" srcOrd="2" destOrd="0" parTransId="{2202314E-82B2-4342-A331-FEBD658FA9FB}" sibTransId="{4D3D5FB7-1424-431D-B3AC-165E2B9BAFF3}"/>
    <dgm:cxn modelId="{557DFF04-C79E-4E3F-B0B1-BE88B4956AAC}" type="presParOf" srcId="{A0AF88DE-28A9-4E44-BF0F-C802CF965157}" destId="{D87FC18B-AB64-4C10-B7E0-C5BC764E5149}" srcOrd="0" destOrd="0" presId="urn:microsoft.com/office/officeart/2018/5/layout/IconLeafLabelList"/>
    <dgm:cxn modelId="{B2C179F6-EF02-4B4D-A6A2-9D27A1CF9F80}" type="presParOf" srcId="{D87FC18B-AB64-4C10-B7E0-C5BC764E5149}" destId="{AEE5620C-EC82-401E-A42A-ECB4C6F71032}" srcOrd="0" destOrd="0" presId="urn:microsoft.com/office/officeart/2018/5/layout/IconLeafLabelList"/>
    <dgm:cxn modelId="{21C25F54-E3CB-4035-8496-8C6D256F5DA2}" type="presParOf" srcId="{D87FC18B-AB64-4C10-B7E0-C5BC764E5149}" destId="{49EC8D71-15A6-4461-9473-9508669B6441}" srcOrd="1" destOrd="0" presId="urn:microsoft.com/office/officeart/2018/5/layout/IconLeafLabelList"/>
    <dgm:cxn modelId="{7241AE0C-5E79-4453-94D4-C8A75A9A0FF0}" type="presParOf" srcId="{D87FC18B-AB64-4C10-B7E0-C5BC764E5149}" destId="{5F2C91F2-B070-4D47-830A-23B3264C63CC}" srcOrd="2" destOrd="0" presId="urn:microsoft.com/office/officeart/2018/5/layout/IconLeafLabelList"/>
    <dgm:cxn modelId="{A920CAE1-462A-4ADD-B748-2B967C9A8049}" type="presParOf" srcId="{D87FC18B-AB64-4C10-B7E0-C5BC764E5149}" destId="{4447ECAD-CEED-438F-9AA7-2332524F800E}" srcOrd="3" destOrd="0" presId="urn:microsoft.com/office/officeart/2018/5/layout/IconLeafLabelList"/>
    <dgm:cxn modelId="{4F2B6068-120B-4AE4-A015-A5F55FBA7E19}" type="presParOf" srcId="{A0AF88DE-28A9-4E44-BF0F-C802CF965157}" destId="{2A9153FE-9E4F-4F0A-870B-39A900F10A15}" srcOrd="1" destOrd="0" presId="urn:microsoft.com/office/officeart/2018/5/layout/IconLeafLabelList"/>
    <dgm:cxn modelId="{50553222-18CC-40DE-9A34-42056A90E4AB}" type="presParOf" srcId="{A0AF88DE-28A9-4E44-BF0F-C802CF965157}" destId="{E0FFEA61-3649-4B2F-95F9-8CDDE735B3F2}" srcOrd="2" destOrd="0" presId="urn:microsoft.com/office/officeart/2018/5/layout/IconLeafLabelList"/>
    <dgm:cxn modelId="{4EA88DED-8162-478E-9A44-CA95825AA9DE}" type="presParOf" srcId="{E0FFEA61-3649-4B2F-95F9-8CDDE735B3F2}" destId="{A4A11684-D76C-46B3-A723-5F8159FF842E}" srcOrd="0" destOrd="0" presId="urn:microsoft.com/office/officeart/2018/5/layout/IconLeafLabelList"/>
    <dgm:cxn modelId="{FE1C4654-5636-45D4-9C3F-D5DF892003C6}" type="presParOf" srcId="{E0FFEA61-3649-4B2F-95F9-8CDDE735B3F2}" destId="{11247747-82E6-4A70-9AA4-6028EF3FCB3C}" srcOrd="1" destOrd="0" presId="urn:microsoft.com/office/officeart/2018/5/layout/IconLeafLabelList"/>
    <dgm:cxn modelId="{F693E70F-6C7C-4BD0-AB77-49404E548A5F}" type="presParOf" srcId="{E0FFEA61-3649-4B2F-95F9-8CDDE735B3F2}" destId="{9829AFF3-4C81-4718-B87A-427A4F772309}" srcOrd="2" destOrd="0" presId="urn:microsoft.com/office/officeart/2018/5/layout/IconLeafLabelList"/>
    <dgm:cxn modelId="{68E4C03C-E536-4A06-B4A9-A4D5C8D4A450}" type="presParOf" srcId="{E0FFEA61-3649-4B2F-95F9-8CDDE735B3F2}" destId="{D98BADAD-D50E-4D82-B756-EBDFE8342684}" srcOrd="3" destOrd="0" presId="urn:microsoft.com/office/officeart/2018/5/layout/IconLeafLabelList"/>
    <dgm:cxn modelId="{8F54C991-F7F7-4F82-AA75-AF36AEF0C2C5}" type="presParOf" srcId="{A0AF88DE-28A9-4E44-BF0F-C802CF965157}" destId="{539B0D95-3C0E-4D13-B69F-B3D565A9A7AB}" srcOrd="3" destOrd="0" presId="urn:microsoft.com/office/officeart/2018/5/layout/IconLeafLabelList"/>
    <dgm:cxn modelId="{BF66C58C-05F2-4A98-8076-08547308A7F3}" type="presParOf" srcId="{A0AF88DE-28A9-4E44-BF0F-C802CF965157}" destId="{AD441254-58A4-4BA0-B280-7AB253BB5A60}" srcOrd="4" destOrd="0" presId="urn:microsoft.com/office/officeart/2018/5/layout/IconLeafLabelList"/>
    <dgm:cxn modelId="{AC40FEE3-F54B-426F-AF45-87FF6AFF44B1}" type="presParOf" srcId="{AD441254-58A4-4BA0-B280-7AB253BB5A60}" destId="{E4A38710-F220-4B47-B580-87C184679DDB}" srcOrd="0" destOrd="0" presId="urn:microsoft.com/office/officeart/2018/5/layout/IconLeafLabelList"/>
    <dgm:cxn modelId="{691EB841-8339-44F1-98EC-CB938D750DAE}" type="presParOf" srcId="{AD441254-58A4-4BA0-B280-7AB253BB5A60}" destId="{720167EE-B86D-4176-8BF7-96101141EB70}" srcOrd="1" destOrd="0" presId="urn:microsoft.com/office/officeart/2018/5/layout/IconLeafLabelList"/>
    <dgm:cxn modelId="{D8CE5A49-FC19-4A97-A84B-BB106FD3E901}" type="presParOf" srcId="{AD441254-58A4-4BA0-B280-7AB253BB5A60}" destId="{A0CDCF11-864F-4544-AB33-979B626D545C}" srcOrd="2" destOrd="0" presId="urn:microsoft.com/office/officeart/2018/5/layout/IconLeafLabelList"/>
    <dgm:cxn modelId="{27E9DEF6-0C73-4ADB-BBC6-B2462F57D680}" type="presParOf" srcId="{AD441254-58A4-4BA0-B280-7AB253BB5A60}" destId="{0AEBC959-CFA3-49B9-A717-2230025CCB8E}" srcOrd="3" destOrd="0" presId="urn:microsoft.com/office/officeart/2018/5/layout/IconLeafLabelList"/>
    <dgm:cxn modelId="{6D1F083A-D618-4889-BD87-EE6CFC25D776}" type="presParOf" srcId="{A0AF88DE-28A9-4E44-BF0F-C802CF965157}" destId="{7CDF2775-EE9E-483A-92BB-3F33D64C4F25}" srcOrd="5" destOrd="0" presId="urn:microsoft.com/office/officeart/2018/5/layout/IconLeafLabelList"/>
    <dgm:cxn modelId="{689B74ED-6889-419E-83A0-E2450F1C1789}" type="presParOf" srcId="{A0AF88DE-28A9-4E44-BF0F-C802CF965157}" destId="{2698BCD7-C79C-48CE-90D8-9D75E09E545E}" srcOrd="6" destOrd="0" presId="urn:microsoft.com/office/officeart/2018/5/layout/IconLeafLabelList"/>
    <dgm:cxn modelId="{6CEE9A77-EFBF-4C8F-B83B-0D6519C63BC2}" type="presParOf" srcId="{2698BCD7-C79C-48CE-90D8-9D75E09E545E}" destId="{BF6E2324-CD11-46C5-BA57-64115D50C1E2}" srcOrd="0" destOrd="0" presId="urn:microsoft.com/office/officeart/2018/5/layout/IconLeafLabelList"/>
    <dgm:cxn modelId="{B621E129-652E-46F1-8089-1BC9DA56837F}" type="presParOf" srcId="{2698BCD7-C79C-48CE-90D8-9D75E09E545E}" destId="{0BCC0AF4-CB77-4DDF-9BEC-97B184F2ABF1}" srcOrd="1" destOrd="0" presId="urn:microsoft.com/office/officeart/2018/5/layout/IconLeafLabelList"/>
    <dgm:cxn modelId="{60EC059F-E4CD-4200-897A-FBB9E7590BA0}" type="presParOf" srcId="{2698BCD7-C79C-48CE-90D8-9D75E09E545E}" destId="{D64FC079-1B9F-4C51-BC81-BD366013CD6B}" srcOrd="2" destOrd="0" presId="urn:microsoft.com/office/officeart/2018/5/layout/IconLeafLabelList"/>
    <dgm:cxn modelId="{2DED0322-E380-4B60-B4EF-73D49D16B67E}" type="presParOf" srcId="{2698BCD7-C79C-48CE-90D8-9D75E09E545E}" destId="{4327C0ED-9280-43CE-AC71-ABE656D93650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CFF3FF8-F18D-44A1-9EA8-D04E2D6CEFE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501D285-8747-4EB2-B2D6-40FD2F3716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Accuracy: 78 % | ROC-AUC: 0.84 | F1-Score: 0.79.</a:t>
          </a:r>
        </a:p>
      </dgm:t>
    </dgm:pt>
    <dgm:pt modelId="{2B34496F-A304-49A8-8ACF-47599C6AB370}" type="parTrans" cxnId="{EAAE4152-0FC8-499A-9189-A8DA7A9CCE7C}">
      <dgm:prSet/>
      <dgm:spPr/>
      <dgm:t>
        <a:bodyPr/>
        <a:lstStyle/>
        <a:p>
          <a:endParaRPr lang="en-US"/>
        </a:p>
      </dgm:t>
    </dgm:pt>
    <dgm:pt modelId="{2EB4913A-08EA-429D-8A34-9EF3C07A30D6}" type="sibTrans" cxnId="{EAAE4152-0FC8-499A-9189-A8DA7A9CCE7C}">
      <dgm:prSet/>
      <dgm:spPr/>
      <dgm:t>
        <a:bodyPr/>
        <a:lstStyle/>
        <a:p>
          <a:endParaRPr lang="en-US"/>
        </a:p>
      </dgm:t>
    </dgm:pt>
    <dgm:pt modelId="{EE665ACC-D412-4F51-AB9C-956AB0E04A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Datasets: UCI Heart Disease, UNSW-NB15 sample flows.</a:t>
          </a:r>
        </a:p>
      </dgm:t>
    </dgm:pt>
    <dgm:pt modelId="{36E526F2-DB37-4EE9-8545-7E1D76D1B07F}" type="parTrans" cxnId="{FC55CB47-8842-4FC3-AF43-B535CE06BAA7}">
      <dgm:prSet/>
      <dgm:spPr/>
      <dgm:t>
        <a:bodyPr/>
        <a:lstStyle/>
        <a:p>
          <a:endParaRPr lang="en-US"/>
        </a:p>
      </dgm:t>
    </dgm:pt>
    <dgm:pt modelId="{D56B143D-663E-4151-87BB-2655978E7BA3}" type="sibTrans" cxnId="{FC55CB47-8842-4FC3-AF43-B535CE06BAA7}">
      <dgm:prSet/>
      <dgm:spPr/>
      <dgm:t>
        <a:bodyPr/>
        <a:lstStyle/>
        <a:p>
          <a:endParaRPr lang="en-US"/>
        </a:p>
      </dgm:t>
    </dgm:pt>
    <dgm:pt modelId="{17223570-E8AB-4107-9785-1B495A72F6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Single-node training time &lt; 3 min on laptop CPU.</a:t>
          </a:r>
        </a:p>
      </dgm:t>
    </dgm:pt>
    <dgm:pt modelId="{CB67AD49-CA66-4CEC-8FE6-50A67F522D13}" type="parTrans" cxnId="{1D48A799-2CC4-47E0-873E-A7D7067A1156}">
      <dgm:prSet/>
      <dgm:spPr/>
      <dgm:t>
        <a:bodyPr/>
        <a:lstStyle/>
        <a:p>
          <a:endParaRPr lang="en-US"/>
        </a:p>
      </dgm:t>
    </dgm:pt>
    <dgm:pt modelId="{D963F908-8CBC-42B0-87EF-861EA637427C}" type="sibTrans" cxnId="{1D48A799-2CC4-47E0-873E-A7D7067A1156}">
      <dgm:prSet/>
      <dgm:spPr/>
      <dgm:t>
        <a:bodyPr/>
        <a:lstStyle/>
        <a:p>
          <a:endParaRPr lang="en-US"/>
        </a:p>
      </dgm:t>
    </dgm:pt>
    <dgm:pt modelId="{82FB31EC-FEAB-45FC-BE67-B4ADB543F4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Served via Streamlit → &lt;400 ms request latency (local).</a:t>
          </a:r>
        </a:p>
      </dgm:t>
    </dgm:pt>
    <dgm:pt modelId="{38AD825D-43E0-44DB-B328-52685D0239A5}" type="parTrans" cxnId="{12E8F5C0-46D1-4188-8259-24C885B3C1E0}">
      <dgm:prSet/>
      <dgm:spPr/>
      <dgm:t>
        <a:bodyPr/>
        <a:lstStyle/>
        <a:p>
          <a:endParaRPr lang="en-US"/>
        </a:p>
      </dgm:t>
    </dgm:pt>
    <dgm:pt modelId="{8BCD24AE-C678-4D1D-8DC9-C08C6E4CE504}" type="sibTrans" cxnId="{12E8F5C0-46D1-4188-8259-24C885B3C1E0}">
      <dgm:prSet/>
      <dgm:spPr/>
      <dgm:t>
        <a:bodyPr/>
        <a:lstStyle/>
        <a:p>
          <a:endParaRPr lang="en-US"/>
        </a:p>
      </dgm:t>
    </dgm:pt>
    <dgm:pt modelId="{DF1F3FC0-6B4C-4199-8EDD-76F15CBCE5D3}" type="pres">
      <dgm:prSet presAssocID="{5CFF3FF8-F18D-44A1-9EA8-D04E2D6CEFE1}" presName="root" presStyleCnt="0">
        <dgm:presLayoutVars>
          <dgm:dir/>
          <dgm:resizeHandles val="exact"/>
        </dgm:presLayoutVars>
      </dgm:prSet>
      <dgm:spPr/>
    </dgm:pt>
    <dgm:pt modelId="{7485CF27-E1DE-4DD3-A509-1070EC0F6D3F}" type="pres">
      <dgm:prSet presAssocID="{D501D285-8747-4EB2-B2D6-40FD2F3716DF}" presName="compNode" presStyleCnt="0"/>
      <dgm:spPr/>
    </dgm:pt>
    <dgm:pt modelId="{A6729394-ABFD-451A-A151-3476D8B3D0B1}" type="pres">
      <dgm:prSet presAssocID="{D501D285-8747-4EB2-B2D6-40FD2F3716DF}" presName="bgRect" presStyleLbl="bgShp" presStyleIdx="0" presStyleCnt="4"/>
      <dgm:spPr/>
    </dgm:pt>
    <dgm:pt modelId="{2E621741-9DBD-4AA5-82A2-BCCD5B07A5D5}" type="pres">
      <dgm:prSet presAssocID="{D501D285-8747-4EB2-B2D6-40FD2F3716D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bbon"/>
        </a:ext>
      </dgm:extLst>
    </dgm:pt>
    <dgm:pt modelId="{AD3AFE69-373A-4514-9669-83B274586602}" type="pres">
      <dgm:prSet presAssocID="{D501D285-8747-4EB2-B2D6-40FD2F3716DF}" presName="spaceRect" presStyleCnt="0"/>
      <dgm:spPr/>
    </dgm:pt>
    <dgm:pt modelId="{05077D01-DDEE-4678-ABA7-BC37562FF2A5}" type="pres">
      <dgm:prSet presAssocID="{D501D285-8747-4EB2-B2D6-40FD2F3716DF}" presName="parTx" presStyleLbl="revTx" presStyleIdx="0" presStyleCnt="4">
        <dgm:presLayoutVars>
          <dgm:chMax val="0"/>
          <dgm:chPref val="0"/>
        </dgm:presLayoutVars>
      </dgm:prSet>
      <dgm:spPr/>
    </dgm:pt>
    <dgm:pt modelId="{1F8B19A8-EA0D-493F-92A9-431F7FB7D268}" type="pres">
      <dgm:prSet presAssocID="{2EB4913A-08EA-429D-8A34-9EF3C07A30D6}" presName="sibTrans" presStyleCnt="0"/>
      <dgm:spPr/>
    </dgm:pt>
    <dgm:pt modelId="{620AB99A-7F1D-48C6-9B66-00A1B89E7453}" type="pres">
      <dgm:prSet presAssocID="{EE665ACC-D412-4F51-AB9C-956AB0E04A81}" presName="compNode" presStyleCnt="0"/>
      <dgm:spPr/>
    </dgm:pt>
    <dgm:pt modelId="{640DA4A5-9E31-4F04-865B-17F0D4EF4EA1}" type="pres">
      <dgm:prSet presAssocID="{EE665ACC-D412-4F51-AB9C-956AB0E04A81}" presName="bgRect" presStyleLbl="bgShp" presStyleIdx="1" presStyleCnt="4"/>
      <dgm:spPr/>
    </dgm:pt>
    <dgm:pt modelId="{91EB64D2-1E32-4D82-BEB3-43718F633698}" type="pres">
      <dgm:prSet presAssocID="{EE665ACC-D412-4F51-AB9C-956AB0E04A8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Organ"/>
        </a:ext>
      </dgm:extLst>
    </dgm:pt>
    <dgm:pt modelId="{245D0388-C8AC-497E-A569-E3DEE0938E66}" type="pres">
      <dgm:prSet presAssocID="{EE665ACC-D412-4F51-AB9C-956AB0E04A81}" presName="spaceRect" presStyleCnt="0"/>
      <dgm:spPr/>
    </dgm:pt>
    <dgm:pt modelId="{03B304A2-DBBB-41DD-96C8-C82838FE1581}" type="pres">
      <dgm:prSet presAssocID="{EE665ACC-D412-4F51-AB9C-956AB0E04A81}" presName="parTx" presStyleLbl="revTx" presStyleIdx="1" presStyleCnt="4">
        <dgm:presLayoutVars>
          <dgm:chMax val="0"/>
          <dgm:chPref val="0"/>
        </dgm:presLayoutVars>
      </dgm:prSet>
      <dgm:spPr/>
    </dgm:pt>
    <dgm:pt modelId="{4B562F24-60CC-4C6D-B1F2-B453F8D80A1F}" type="pres">
      <dgm:prSet presAssocID="{D56B143D-663E-4151-87BB-2655978E7BA3}" presName="sibTrans" presStyleCnt="0"/>
      <dgm:spPr/>
    </dgm:pt>
    <dgm:pt modelId="{35FDEFB9-829B-4194-A925-F900C9600A2B}" type="pres">
      <dgm:prSet presAssocID="{17223570-E8AB-4107-9785-1B495A72F617}" presName="compNode" presStyleCnt="0"/>
      <dgm:spPr/>
    </dgm:pt>
    <dgm:pt modelId="{4C2E291C-B217-49BA-BE29-24E3A8244848}" type="pres">
      <dgm:prSet presAssocID="{17223570-E8AB-4107-9785-1B495A72F617}" presName="bgRect" presStyleLbl="bgShp" presStyleIdx="2" presStyleCnt="4"/>
      <dgm:spPr/>
    </dgm:pt>
    <dgm:pt modelId="{967B77F3-9640-4508-BEC1-67904304BAF0}" type="pres">
      <dgm:prSet presAssocID="{17223570-E8AB-4107-9785-1B495A72F61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C55D4AB9-243F-443B-8CCC-B7DB864915D8}" type="pres">
      <dgm:prSet presAssocID="{17223570-E8AB-4107-9785-1B495A72F617}" presName="spaceRect" presStyleCnt="0"/>
      <dgm:spPr/>
    </dgm:pt>
    <dgm:pt modelId="{FB83A0C1-C298-4F51-A053-5605F0F70DA6}" type="pres">
      <dgm:prSet presAssocID="{17223570-E8AB-4107-9785-1B495A72F617}" presName="parTx" presStyleLbl="revTx" presStyleIdx="2" presStyleCnt="4">
        <dgm:presLayoutVars>
          <dgm:chMax val="0"/>
          <dgm:chPref val="0"/>
        </dgm:presLayoutVars>
      </dgm:prSet>
      <dgm:spPr/>
    </dgm:pt>
    <dgm:pt modelId="{EFA91BCE-7102-43D9-A990-955115BCC9F6}" type="pres">
      <dgm:prSet presAssocID="{D963F908-8CBC-42B0-87EF-861EA637427C}" presName="sibTrans" presStyleCnt="0"/>
      <dgm:spPr/>
    </dgm:pt>
    <dgm:pt modelId="{7370022C-0BC6-4249-80E4-48E287510842}" type="pres">
      <dgm:prSet presAssocID="{82FB31EC-FEAB-45FC-BE67-B4ADB543F49B}" presName="compNode" presStyleCnt="0"/>
      <dgm:spPr/>
    </dgm:pt>
    <dgm:pt modelId="{B1236BA3-4F38-4082-AC3C-01DB264C3D8C}" type="pres">
      <dgm:prSet presAssocID="{82FB31EC-FEAB-45FC-BE67-B4ADB543F49B}" presName="bgRect" presStyleLbl="bgShp" presStyleIdx="3" presStyleCnt="4"/>
      <dgm:spPr/>
    </dgm:pt>
    <dgm:pt modelId="{D65C68A9-4637-467E-BCFE-6C81FF447633}" type="pres">
      <dgm:prSet presAssocID="{82FB31EC-FEAB-45FC-BE67-B4ADB543F49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5047ABFB-A3DF-4ECC-A514-888C45AE7219}" type="pres">
      <dgm:prSet presAssocID="{82FB31EC-FEAB-45FC-BE67-B4ADB543F49B}" presName="spaceRect" presStyleCnt="0"/>
      <dgm:spPr/>
    </dgm:pt>
    <dgm:pt modelId="{FC74183B-8CD4-44BA-AF3C-1DB51368C86A}" type="pres">
      <dgm:prSet presAssocID="{82FB31EC-FEAB-45FC-BE67-B4ADB543F49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FCDD21F-A2F9-F844-A968-1E9948B63EBC}" type="presOf" srcId="{17223570-E8AB-4107-9785-1B495A72F617}" destId="{FB83A0C1-C298-4F51-A053-5605F0F70DA6}" srcOrd="0" destOrd="0" presId="urn:microsoft.com/office/officeart/2018/2/layout/IconVerticalSolidList"/>
    <dgm:cxn modelId="{FC55CB47-8842-4FC3-AF43-B535CE06BAA7}" srcId="{5CFF3FF8-F18D-44A1-9EA8-D04E2D6CEFE1}" destId="{EE665ACC-D412-4F51-AB9C-956AB0E04A81}" srcOrd="1" destOrd="0" parTransId="{36E526F2-DB37-4EE9-8545-7E1D76D1B07F}" sibTransId="{D56B143D-663E-4151-87BB-2655978E7BA3}"/>
    <dgm:cxn modelId="{366E0848-C4C6-F746-AFE8-64C6D988728E}" type="presOf" srcId="{D501D285-8747-4EB2-B2D6-40FD2F3716DF}" destId="{05077D01-DDEE-4678-ABA7-BC37562FF2A5}" srcOrd="0" destOrd="0" presId="urn:microsoft.com/office/officeart/2018/2/layout/IconVerticalSolidList"/>
    <dgm:cxn modelId="{EAAE4152-0FC8-499A-9189-A8DA7A9CCE7C}" srcId="{5CFF3FF8-F18D-44A1-9EA8-D04E2D6CEFE1}" destId="{D501D285-8747-4EB2-B2D6-40FD2F3716DF}" srcOrd="0" destOrd="0" parTransId="{2B34496F-A304-49A8-8ACF-47599C6AB370}" sibTransId="{2EB4913A-08EA-429D-8A34-9EF3C07A30D6}"/>
    <dgm:cxn modelId="{EA158775-2B30-C04E-A353-47CEE0782398}" type="presOf" srcId="{82FB31EC-FEAB-45FC-BE67-B4ADB543F49B}" destId="{FC74183B-8CD4-44BA-AF3C-1DB51368C86A}" srcOrd="0" destOrd="0" presId="urn:microsoft.com/office/officeart/2018/2/layout/IconVerticalSolidList"/>
    <dgm:cxn modelId="{690D9994-8BCF-1549-AF02-149DC56E5323}" type="presOf" srcId="{5CFF3FF8-F18D-44A1-9EA8-D04E2D6CEFE1}" destId="{DF1F3FC0-6B4C-4199-8EDD-76F15CBCE5D3}" srcOrd="0" destOrd="0" presId="urn:microsoft.com/office/officeart/2018/2/layout/IconVerticalSolidList"/>
    <dgm:cxn modelId="{1D48A799-2CC4-47E0-873E-A7D7067A1156}" srcId="{5CFF3FF8-F18D-44A1-9EA8-D04E2D6CEFE1}" destId="{17223570-E8AB-4107-9785-1B495A72F617}" srcOrd="2" destOrd="0" parTransId="{CB67AD49-CA66-4CEC-8FE6-50A67F522D13}" sibTransId="{D963F908-8CBC-42B0-87EF-861EA637427C}"/>
    <dgm:cxn modelId="{A44F76B5-3E1C-3041-B71C-5CE0563166EA}" type="presOf" srcId="{EE665ACC-D412-4F51-AB9C-956AB0E04A81}" destId="{03B304A2-DBBB-41DD-96C8-C82838FE1581}" srcOrd="0" destOrd="0" presId="urn:microsoft.com/office/officeart/2018/2/layout/IconVerticalSolidList"/>
    <dgm:cxn modelId="{12E8F5C0-46D1-4188-8259-24C885B3C1E0}" srcId="{5CFF3FF8-F18D-44A1-9EA8-D04E2D6CEFE1}" destId="{82FB31EC-FEAB-45FC-BE67-B4ADB543F49B}" srcOrd="3" destOrd="0" parTransId="{38AD825D-43E0-44DB-B328-52685D0239A5}" sibTransId="{8BCD24AE-C678-4D1D-8DC9-C08C6E4CE504}"/>
    <dgm:cxn modelId="{6E4F0DF4-3E68-E54E-9B06-00063BCDDF57}" type="presParOf" srcId="{DF1F3FC0-6B4C-4199-8EDD-76F15CBCE5D3}" destId="{7485CF27-E1DE-4DD3-A509-1070EC0F6D3F}" srcOrd="0" destOrd="0" presId="urn:microsoft.com/office/officeart/2018/2/layout/IconVerticalSolidList"/>
    <dgm:cxn modelId="{F10D1DB8-2AFB-DD44-85AD-9F9F49A9E2B1}" type="presParOf" srcId="{7485CF27-E1DE-4DD3-A509-1070EC0F6D3F}" destId="{A6729394-ABFD-451A-A151-3476D8B3D0B1}" srcOrd="0" destOrd="0" presId="urn:microsoft.com/office/officeart/2018/2/layout/IconVerticalSolidList"/>
    <dgm:cxn modelId="{5685A071-586F-E848-AA54-BEF25A59616F}" type="presParOf" srcId="{7485CF27-E1DE-4DD3-A509-1070EC0F6D3F}" destId="{2E621741-9DBD-4AA5-82A2-BCCD5B07A5D5}" srcOrd="1" destOrd="0" presId="urn:microsoft.com/office/officeart/2018/2/layout/IconVerticalSolidList"/>
    <dgm:cxn modelId="{0421F3D1-FB95-E04B-8BFD-57C72EE9D7FC}" type="presParOf" srcId="{7485CF27-E1DE-4DD3-A509-1070EC0F6D3F}" destId="{AD3AFE69-373A-4514-9669-83B274586602}" srcOrd="2" destOrd="0" presId="urn:microsoft.com/office/officeart/2018/2/layout/IconVerticalSolidList"/>
    <dgm:cxn modelId="{2C7CEEDB-65D8-F44C-B1FB-9F84096D463E}" type="presParOf" srcId="{7485CF27-E1DE-4DD3-A509-1070EC0F6D3F}" destId="{05077D01-DDEE-4678-ABA7-BC37562FF2A5}" srcOrd="3" destOrd="0" presId="urn:microsoft.com/office/officeart/2018/2/layout/IconVerticalSolidList"/>
    <dgm:cxn modelId="{6CC3291E-4593-B54A-A9D1-FB8692733A55}" type="presParOf" srcId="{DF1F3FC0-6B4C-4199-8EDD-76F15CBCE5D3}" destId="{1F8B19A8-EA0D-493F-92A9-431F7FB7D268}" srcOrd="1" destOrd="0" presId="urn:microsoft.com/office/officeart/2018/2/layout/IconVerticalSolidList"/>
    <dgm:cxn modelId="{F16878DF-33B6-344C-A262-C09BD215B455}" type="presParOf" srcId="{DF1F3FC0-6B4C-4199-8EDD-76F15CBCE5D3}" destId="{620AB99A-7F1D-48C6-9B66-00A1B89E7453}" srcOrd="2" destOrd="0" presId="urn:microsoft.com/office/officeart/2018/2/layout/IconVerticalSolidList"/>
    <dgm:cxn modelId="{FD2D6FFC-5E9F-2B47-BDA5-B0353E3FECDB}" type="presParOf" srcId="{620AB99A-7F1D-48C6-9B66-00A1B89E7453}" destId="{640DA4A5-9E31-4F04-865B-17F0D4EF4EA1}" srcOrd="0" destOrd="0" presId="urn:microsoft.com/office/officeart/2018/2/layout/IconVerticalSolidList"/>
    <dgm:cxn modelId="{58121AD0-609B-1444-8818-1DA42F4F52C0}" type="presParOf" srcId="{620AB99A-7F1D-48C6-9B66-00A1B89E7453}" destId="{91EB64D2-1E32-4D82-BEB3-43718F633698}" srcOrd="1" destOrd="0" presId="urn:microsoft.com/office/officeart/2018/2/layout/IconVerticalSolidList"/>
    <dgm:cxn modelId="{3C2BF105-EED0-FB44-A7A4-B625C66FAAAA}" type="presParOf" srcId="{620AB99A-7F1D-48C6-9B66-00A1B89E7453}" destId="{245D0388-C8AC-497E-A569-E3DEE0938E66}" srcOrd="2" destOrd="0" presId="urn:microsoft.com/office/officeart/2018/2/layout/IconVerticalSolidList"/>
    <dgm:cxn modelId="{40D93C80-5497-6445-B2EF-D2749DB2EC82}" type="presParOf" srcId="{620AB99A-7F1D-48C6-9B66-00A1B89E7453}" destId="{03B304A2-DBBB-41DD-96C8-C82838FE1581}" srcOrd="3" destOrd="0" presId="urn:microsoft.com/office/officeart/2018/2/layout/IconVerticalSolidList"/>
    <dgm:cxn modelId="{0AE04340-6398-2243-81DB-ADC01159D730}" type="presParOf" srcId="{DF1F3FC0-6B4C-4199-8EDD-76F15CBCE5D3}" destId="{4B562F24-60CC-4C6D-B1F2-B453F8D80A1F}" srcOrd="3" destOrd="0" presId="urn:microsoft.com/office/officeart/2018/2/layout/IconVerticalSolidList"/>
    <dgm:cxn modelId="{D43737C8-63BF-0A49-AE90-160558013402}" type="presParOf" srcId="{DF1F3FC0-6B4C-4199-8EDD-76F15CBCE5D3}" destId="{35FDEFB9-829B-4194-A925-F900C9600A2B}" srcOrd="4" destOrd="0" presId="urn:microsoft.com/office/officeart/2018/2/layout/IconVerticalSolidList"/>
    <dgm:cxn modelId="{7379B287-2B8D-4F40-BC75-C0ADA0F95EF2}" type="presParOf" srcId="{35FDEFB9-829B-4194-A925-F900C9600A2B}" destId="{4C2E291C-B217-49BA-BE29-24E3A8244848}" srcOrd="0" destOrd="0" presId="urn:microsoft.com/office/officeart/2018/2/layout/IconVerticalSolidList"/>
    <dgm:cxn modelId="{DA29C34C-E8B9-6D46-AE4C-E37DBBC36A74}" type="presParOf" srcId="{35FDEFB9-829B-4194-A925-F900C9600A2B}" destId="{967B77F3-9640-4508-BEC1-67904304BAF0}" srcOrd="1" destOrd="0" presId="urn:microsoft.com/office/officeart/2018/2/layout/IconVerticalSolidList"/>
    <dgm:cxn modelId="{BBB98B41-C9DA-2648-85C0-308966F71BE3}" type="presParOf" srcId="{35FDEFB9-829B-4194-A925-F900C9600A2B}" destId="{C55D4AB9-243F-443B-8CCC-B7DB864915D8}" srcOrd="2" destOrd="0" presId="urn:microsoft.com/office/officeart/2018/2/layout/IconVerticalSolidList"/>
    <dgm:cxn modelId="{B6C8D46B-B44B-6B40-A30D-7E8C40FC3FEC}" type="presParOf" srcId="{35FDEFB9-829B-4194-A925-F900C9600A2B}" destId="{FB83A0C1-C298-4F51-A053-5605F0F70DA6}" srcOrd="3" destOrd="0" presId="urn:microsoft.com/office/officeart/2018/2/layout/IconVerticalSolidList"/>
    <dgm:cxn modelId="{05E55530-00B2-9A4C-9B7E-351E43F99B47}" type="presParOf" srcId="{DF1F3FC0-6B4C-4199-8EDD-76F15CBCE5D3}" destId="{EFA91BCE-7102-43D9-A990-955115BCC9F6}" srcOrd="5" destOrd="0" presId="urn:microsoft.com/office/officeart/2018/2/layout/IconVerticalSolidList"/>
    <dgm:cxn modelId="{3E8C09EF-0977-AD4A-BD1D-AAB1801D7314}" type="presParOf" srcId="{DF1F3FC0-6B4C-4199-8EDD-76F15CBCE5D3}" destId="{7370022C-0BC6-4249-80E4-48E287510842}" srcOrd="6" destOrd="0" presId="urn:microsoft.com/office/officeart/2018/2/layout/IconVerticalSolidList"/>
    <dgm:cxn modelId="{3DC57383-1BCD-9840-AA50-876837642BD2}" type="presParOf" srcId="{7370022C-0BC6-4249-80E4-48E287510842}" destId="{B1236BA3-4F38-4082-AC3C-01DB264C3D8C}" srcOrd="0" destOrd="0" presId="urn:microsoft.com/office/officeart/2018/2/layout/IconVerticalSolidList"/>
    <dgm:cxn modelId="{2BC856F6-B60C-484E-9BF7-C14CDFE3D978}" type="presParOf" srcId="{7370022C-0BC6-4249-80E4-48E287510842}" destId="{D65C68A9-4637-467E-BCFE-6C81FF447633}" srcOrd="1" destOrd="0" presId="urn:microsoft.com/office/officeart/2018/2/layout/IconVerticalSolidList"/>
    <dgm:cxn modelId="{BAE16A25-0BB0-2D4D-BD2E-16320BEA0AEE}" type="presParOf" srcId="{7370022C-0BC6-4249-80E4-48E287510842}" destId="{5047ABFB-A3DF-4ECC-A514-888C45AE7219}" srcOrd="2" destOrd="0" presId="urn:microsoft.com/office/officeart/2018/2/layout/IconVerticalSolidList"/>
    <dgm:cxn modelId="{BC33FFA5-7AAA-2540-94CB-BE5883373399}" type="presParOf" srcId="{7370022C-0BC6-4249-80E4-48E287510842}" destId="{FC74183B-8CD4-44BA-AF3C-1DB51368C86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C1C12CF-B1D9-4F38-8ACA-1BB9774CB45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DA50E8E-E0EE-41EF-9B84-49520FD3A4F6}">
      <dgm:prSet/>
      <dgm:spPr/>
      <dgm:t>
        <a:bodyPr/>
        <a:lstStyle/>
        <a:p>
          <a:pPr>
            <a:defRPr cap="all"/>
          </a:pPr>
          <a:r>
            <a:rPr lang="en-US"/>
            <a:t>Goal: Detect volumetric DDoS attacks in &lt; 300 ms per flow.</a:t>
          </a:r>
        </a:p>
      </dgm:t>
    </dgm:pt>
    <dgm:pt modelId="{FC9048DB-6E7D-44B1-8367-F0371E830054}" type="parTrans" cxnId="{EAB6D472-AC97-40C6-831A-3802D1CD839E}">
      <dgm:prSet/>
      <dgm:spPr/>
      <dgm:t>
        <a:bodyPr/>
        <a:lstStyle/>
        <a:p>
          <a:endParaRPr lang="en-US"/>
        </a:p>
      </dgm:t>
    </dgm:pt>
    <dgm:pt modelId="{C9D6308A-2DFF-4690-BE9B-D773B7AD6421}" type="sibTrans" cxnId="{EAB6D472-AC97-40C6-831A-3802D1CD839E}">
      <dgm:prSet/>
      <dgm:spPr/>
      <dgm:t>
        <a:bodyPr/>
        <a:lstStyle/>
        <a:p>
          <a:endParaRPr lang="en-US"/>
        </a:p>
      </dgm:t>
    </dgm:pt>
    <dgm:pt modelId="{82C023EB-7D2D-4FD4-9FD6-EA95CCA64D0A}">
      <dgm:prSet/>
      <dgm:spPr/>
      <dgm:t>
        <a:bodyPr/>
        <a:lstStyle/>
        <a:p>
          <a:pPr>
            <a:defRPr cap="all"/>
          </a:pPr>
          <a:r>
            <a:rPr lang="en-US"/>
            <a:t>Dataset foundation: CIC-DDoS 2019 + custom traffic captures.</a:t>
          </a:r>
        </a:p>
      </dgm:t>
    </dgm:pt>
    <dgm:pt modelId="{4F34E77B-2FC8-4FB6-8A39-18CE62A384DD}" type="parTrans" cxnId="{C993ABD7-DF0B-43DC-AE69-4C9B88E7DF35}">
      <dgm:prSet/>
      <dgm:spPr/>
      <dgm:t>
        <a:bodyPr/>
        <a:lstStyle/>
        <a:p>
          <a:endParaRPr lang="en-US"/>
        </a:p>
      </dgm:t>
    </dgm:pt>
    <dgm:pt modelId="{9A17FC71-2FE8-4597-B200-A50E8904F09A}" type="sibTrans" cxnId="{C993ABD7-DF0B-43DC-AE69-4C9B88E7DF35}">
      <dgm:prSet/>
      <dgm:spPr/>
      <dgm:t>
        <a:bodyPr/>
        <a:lstStyle/>
        <a:p>
          <a:endParaRPr lang="en-US"/>
        </a:p>
      </dgm:t>
    </dgm:pt>
    <dgm:pt modelId="{631F8570-AFC6-4158-8FC0-4AB500F0ADB0}">
      <dgm:prSet/>
      <dgm:spPr/>
      <dgm:t>
        <a:bodyPr/>
        <a:lstStyle/>
        <a:p>
          <a:pPr>
            <a:defRPr cap="all"/>
          </a:pPr>
          <a:r>
            <a:rPr lang="en-US"/>
            <a:t>Prototype accuracy: 99.67 % | Median latency: 270 ms.</a:t>
          </a:r>
        </a:p>
      </dgm:t>
    </dgm:pt>
    <dgm:pt modelId="{14503566-495C-4D6B-9EDF-75D849EC0966}" type="parTrans" cxnId="{8937F477-1938-4A60-86D4-D296DCD76E1D}">
      <dgm:prSet/>
      <dgm:spPr/>
      <dgm:t>
        <a:bodyPr/>
        <a:lstStyle/>
        <a:p>
          <a:endParaRPr lang="en-US"/>
        </a:p>
      </dgm:t>
    </dgm:pt>
    <dgm:pt modelId="{41446FD9-353D-40B3-A32A-30467F7ECF1B}" type="sibTrans" cxnId="{8937F477-1938-4A60-86D4-D296DCD76E1D}">
      <dgm:prSet/>
      <dgm:spPr/>
      <dgm:t>
        <a:bodyPr/>
        <a:lstStyle/>
        <a:p>
          <a:endParaRPr lang="en-US"/>
        </a:p>
      </dgm:t>
    </dgm:pt>
    <dgm:pt modelId="{F8160051-D79D-4480-A251-902D1E36E4E7}">
      <dgm:prSet/>
      <dgm:spPr/>
      <dgm:t>
        <a:bodyPr/>
        <a:lstStyle/>
        <a:p>
          <a:pPr>
            <a:defRPr cap="all"/>
          </a:pPr>
          <a:r>
            <a:rPr lang="en-US"/>
            <a:t>Throughput: 18 k feature messages / s on commodity HW.</a:t>
          </a:r>
        </a:p>
      </dgm:t>
    </dgm:pt>
    <dgm:pt modelId="{2969439C-672D-40F0-B369-DEFB821AFFDB}" type="parTrans" cxnId="{50591F22-295A-4FC8-9F2A-94B466105303}">
      <dgm:prSet/>
      <dgm:spPr/>
      <dgm:t>
        <a:bodyPr/>
        <a:lstStyle/>
        <a:p>
          <a:endParaRPr lang="en-US"/>
        </a:p>
      </dgm:t>
    </dgm:pt>
    <dgm:pt modelId="{87E8CBDC-FBD3-4E01-8282-773465DC56B8}" type="sibTrans" cxnId="{50591F22-295A-4FC8-9F2A-94B466105303}">
      <dgm:prSet/>
      <dgm:spPr/>
      <dgm:t>
        <a:bodyPr/>
        <a:lstStyle/>
        <a:p>
          <a:endParaRPr lang="en-US"/>
        </a:p>
      </dgm:t>
    </dgm:pt>
    <dgm:pt modelId="{96E95C1A-8E9D-4122-B215-CBBABD0899FE}" type="pres">
      <dgm:prSet presAssocID="{6C1C12CF-B1D9-4F38-8ACA-1BB9774CB452}" presName="root" presStyleCnt="0">
        <dgm:presLayoutVars>
          <dgm:dir/>
          <dgm:resizeHandles val="exact"/>
        </dgm:presLayoutVars>
      </dgm:prSet>
      <dgm:spPr/>
    </dgm:pt>
    <dgm:pt modelId="{B2F90080-6544-4A68-85E1-DF6E911A13DF}" type="pres">
      <dgm:prSet presAssocID="{EDA50E8E-E0EE-41EF-9B84-49520FD3A4F6}" presName="compNode" presStyleCnt="0"/>
      <dgm:spPr/>
    </dgm:pt>
    <dgm:pt modelId="{3B6F8C2B-ED27-41F6-811A-8B826AF13996}" type="pres">
      <dgm:prSet presAssocID="{EDA50E8E-E0EE-41EF-9B84-49520FD3A4F6}" presName="iconBgRect" presStyleLbl="bgShp" presStyleIdx="0" presStyleCnt="4"/>
      <dgm:spPr/>
    </dgm:pt>
    <dgm:pt modelId="{061ABC5D-237D-4E8A-80B7-80D4F0B92BBF}" type="pres">
      <dgm:prSet presAssocID="{EDA50E8E-E0EE-41EF-9B84-49520FD3A4F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1AD98087-C9D8-40D0-A983-5A54D5AEFCC7}" type="pres">
      <dgm:prSet presAssocID="{EDA50E8E-E0EE-41EF-9B84-49520FD3A4F6}" presName="spaceRect" presStyleCnt="0"/>
      <dgm:spPr/>
    </dgm:pt>
    <dgm:pt modelId="{AE8CCD6E-22E6-460D-83EB-D72184768CDE}" type="pres">
      <dgm:prSet presAssocID="{EDA50E8E-E0EE-41EF-9B84-49520FD3A4F6}" presName="textRect" presStyleLbl="revTx" presStyleIdx="0" presStyleCnt="4">
        <dgm:presLayoutVars>
          <dgm:chMax val="1"/>
          <dgm:chPref val="1"/>
        </dgm:presLayoutVars>
      </dgm:prSet>
      <dgm:spPr/>
    </dgm:pt>
    <dgm:pt modelId="{071E655F-665D-43CE-8818-EA435B0D72E2}" type="pres">
      <dgm:prSet presAssocID="{C9D6308A-2DFF-4690-BE9B-D773B7AD6421}" presName="sibTrans" presStyleCnt="0"/>
      <dgm:spPr/>
    </dgm:pt>
    <dgm:pt modelId="{51AA23FE-1D46-41F9-842A-23BC70986C6E}" type="pres">
      <dgm:prSet presAssocID="{82C023EB-7D2D-4FD4-9FD6-EA95CCA64D0A}" presName="compNode" presStyleCnt="0"/>
      <dgm:spPr/>
    </dgm:pt>
    <dgm:pt modelId="{6F73828C-74B2-4A5F-8F94-7BDB7DB9ED7A}" type="pres">
      <dgm:prSet presAssocID="{82C023EB-7D2D-4FD4-9FD6-EA95CCA64D0A}" presName="iconBgRect" presStyleLbl="bgShp" presStyleIdx="1" presStyleCnt="4"/>
      <dgm:spPr/>
    </dgm:pt>
    <dgm:pt modelId="{0B40D6A5-966B-4C96-8AC5-1E27013C3707}" type="pres">
      <dgm:prSet presAssocID="{82C023EB-7D2D-4FD4-9FD6-EA95CCA64D0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997093F-5F16-46AC-8CF9-3114FE5C9B44}" type="pres">
      <dgm:prSet presAssocID="{82C023EB-7D2D-4FD4-9FD6-EA95CCA64D0A}" presName="spaceRect" presStyleCnt="0"/>
      <dgm:spPr/>
    </dgm:pt>
    <dgm:pt modelId="{2D3B23BF-41F1-4A4C-B28C-9E690E6360E8}" type="pres">
      <dgm:prSet presAssocID="{82C023EB-7D2D-4FD4-9FD6-EA95CCA64D0A}" presName="textRect" presStyleLbl="revTx" presStyleIdx="1" presStyleCnt="4">
        <dgm:presLayoutVars>
          <dgm:chMax val="1"/>
          <dgm:chPref val="1"/>
        </dgm:presLayoutVars>
      </dgm:prSet>
      <dgm:spPr/>
    </dgm:pt>
    <dgm:pt modelId="{021247D6-72E3-4241-9C5F-8D6AD06AB0D6}" type="pres">
      <dgm:prSet presAssocID="{9A17FC71-2FE8-4597-B200-A50E8904F09A}" presName="sibTrans" presStyleCnt="0"/>
      <dgm:spPr/>
    </dgm:pt>
    <dgm:pt modelId="{3F7D5F2D-59B1-40D7-92CE-EA0DFEDD485D}" type="pres">
      <dgm:prSet presAssocID="{631F8570-AFC6-4158-8FC0-4AB500F0ADB0}" presName="compNode" presStyleCnt="0"/>
      <dgm:spPr/>
    </dgm:pt>
    <dgm:pt modelId="{03F8BD92-68CF-4AB1-9939-6A779305805A}" type="pres">
      <dgm:prSet presAssocID="{631F8570-AFC6-4158-8FC0-4AB500F0ADB0}" presName="iconBgRect" presStyleLbl="bgShp" presStyleIdx="2" presStyleCnt="4"/>
      <dgm:spPr/>
    </dgm:pt>
    <dgm:pt modelId="{6A343D73-3515-4559-99C0-EBC001A6D66F}" type="pres">
      <dgm:prSet presAssocID="{631F8570-AFC6-4158-8FC0-4AB500F0ADB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2D515AFC-D30F-4A3D-A3FD-D7784C6705CD}" type="pres">
      <dgm:prSet presAssocID="{631F8570-AFC6-4158-8FC0-4AB500F0ADB0}" presName="spaceRect" presStyleCnt="0"/>
      <dgm:spPr/>
    </dgm:pt>
    <dgm:pt modelId="{4D28B82D-73B7-4C02-ACCC-942430AC338B}" type="pres">
      <dgm:prSet presAssocID="{631F8570-AFC6-4158-8FC0-4AB500F0ADB0}" presName="textRect" presStyleLbl="revTx" presStyleIdx="2" presStyleCnt="4">
        <dgm:presLayoutVars>
          <dgm:chMax val="1"/>
          <dgm:chPref val="1"/>
        </dgm:presLayoutVars>
      </dgm:prSet>
      <dgm:spPr/>
    </dgm:pt>
    <dgm:pt modelId="{4DF85D40-8499-440B-84A2-DF0F8E7CD663}" type="pres">
      <dgm:prSet presAssocID="{41446FD9-353D-40B3-A32A-30467F7ECF1B}" presName="sibTrans" presStyleCnt="0"/>
      <dgm:spPr/>
    </dgm:pt>
    <dgm:pt modelId="{508AEDA8-2D6F-49D1-971C-8680E846C120}" type="pres">
      <dgm:prSet presAssocID="{F8160051-D79D-4480-A251-902D1E36E4E7}" presName="compNode" presStyleCnt="0"/>
      <dgm:spPr/>
    </dgm:pt>
    <dgm:pt modelId="{6977A932-2617-4873-838C-DA1187CFB2EE}" type="pres">
      <dgm:prSet presAssocID="{F8160051-D79D-4480-A251-902D1E36E4E7}" presName="iconBgRect" presStyleLbl="bgShp" presStyleIdx="3" presStyleCnt="4"/>
      <dgm:spPr/>
    </dgm:pt>
    <dgm:pt modelId="{AF4A2971-F3D9-45D5-B01D-BA45BF057F6D}" type="pres">
      <dgm:prSet presAssocID="{F8160051-D79D-4480-A251-902D1E36E4E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ndmill"/>
        </a:ext>
      </dgm:extLst>
    </dgm:pt>
    <dgm:pt modelId="{F7CD57A7-3BC1-4764-AC45-3E79FACF1403}" type="pres">
      <dgm:prSet presAssocID="{F8160051-D79D-4480-A251-902D1E36E4E7}" presName="spaceRect" presStyleCnt="0"/>
      <dgm:spPr/>
    </dgm:pt>
    <dgm:pt modelId="{C1C29809-B80F-415C-A2FE-A08B3DB5504C}" type="pres">
      <dgm:prSet presAssocID="{F8160051-D79D-4480-A251-902D1E36E4E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0591F22-295A-4FC8-9F2A-94B466105303}" srcId="{6C1C12CF-B1D9-4F38-8ACA-1BB9774CB452}" destId="{F8160051-D79D-4480-A251-902D1E36E4E7}" srcOrd="3" destOrd="0" parTransId="{2969439C-672D-40F0-B369-DEFB821AFFDB}" sibTransId="{87E8CBDC-FBD3-4E01-8282-773465DC56B8}"/>
    <dgm:cxn modelId="{AB60B249-BB33-4368-AAD9-58065DB47E25}" type="presOf" srcId="{82C023EB-7D2D-4FD4-9FD6-EA95CCA64D0A}" destId="{2D3B23BF-41F1-4A4C-B28C-9E690E6360E8}" srcOrd="0" destOrd="0" presId="urn:microsoft.com/office/officeart/2018/5/layout/IconCircleLabelList"/>
    <dgm:cxn modelId="{EAB6D472-AC97-40C6-831A-3802D1CD839E}" srcId="{6C1C12CF-B1D9-4F38-8ACA-1BB9774CB452}" destId="{EDA50E8E-E0EE-41EF-9B84-49520FD3A4F6}" srcOrd="0" destOrd="0" parTransId="{FC9048DB-6E7D-44B1-8367-F0371E830054}" sibTransId="{C9D6308A-2DFF-4690-BE9B-D773B7AD6421}"/>
    <dgm:cxn modelId="{8937F477-1938-4A60-86D4-D296DCD76E1D}" srcId="{6C1C12CF-B1D9-4F38-8ACA-1BB9774CB452}" destId="{631F8570-AFC6-4158-8FC0-4AB500F0ADB0}" srcOrd="2" destOrd="0" parTransId="{14503566-495C-4D6B-9EDF-75D849EC0966}" sibTransId="{41446FD9-353D-40B3-A32A-30467F7ECF1B}"/>
    <dgm:cxn modelId="{1CB3D284-EB34-44EE-A371-53B8F8C1919D}" type="presOf" srcId="{F8160051-D79D-4480-A251-902D1E36E4E7}" destId="{C1C29809-B80F-415C-A2FE-A08B3DB5504C}" srcOrd="0" destOrd="0" presId="urn:microsoft.com/office/officeart/2018/5/layout/IconCircleLabelList"/>
    <dgm:cxn modelId="{13849A8E-91F9-496F-B1BE-948E1FBD5019}" type="presOf" srcId="{EDA50E8E-E0EE-41EF-9B84-49520FD3A4F6}" destId="{AE8CCD6E-22E6-460D-83EB-D72184768CDE}" srcOrd="0" destOrd="0" presId="urn:microsoft.com/office/officeart/2018/5/layout/IconCircleLabelList"/>
    <dgm:cxn modelId="{F9A1D2C5-A876-4A0E-A7A1-AD9C055B68E8}" type="presOf" srcId="{6C1C12CF-B1D9-4F38-8ACA-1BB9774CB452}" destId="{96E95C1A-8E9D-4122-B215-CBBABD0899FE}" srcOrd="0" destOrd="0" presId="urn:microsoft.com/office/officeart/2018/5/layout/IconCircleLabelList"/>
    <dgm:cxn modelId="{B025B3CC-FF51-4090-8502-2F17212ABB60}" type="presOf" srcId="{631F8570-AFC6-4158-8FC0-4AB500F0ADB0}" destId="{4D28B82D-73B7-4C02-ACCC-942430AC338B}" srcOrd="0" destOrd="0" presId="urn:microsoft.com/office/officeart/2018/5/layout/IconCircleLabelList"/>
    <dgm:cxn modelId="{C993ABD7-DF0B-43DC-AE69-4C9B88E7DF35}" srcId="{6C1C12CF-B1D9-4F38-8ACA-1BB9774CB452}" destId="{82C023EB-7D2D-4FD4-9FD6-EA95CCA64D0A}" srcOrd="1" destOrd="0" parTransId="{4F34E77B-2FC8-4FB6-8A39-18CE62A384DD}" sibTransId="{9A17FC71-2FE8-4597-B200-A50E8904F09A}"/>
    <dgm:cxn modelId="{E36CC3F3-90E4-4C25-A479-263D6C68AB15}" type="presParOf" srcId="{96E95C1A-8E9D-4122-B215-CBBABD0899FE}" destId="{B2F90080-6544-4A68-85E1-DF6E911A13DF}" srcOrd="0" destOrd="0" presId="urn:microsoft.com/office/officeart/2018/5/layout/IconCircleLabelList"/>
    <dgm:cxn modelId="{6F57DD98-A8A7-46B2-8B3E-3AD8A8A57B41}" type="presParOf" srcId="{B2F90080-6544-4A68-85E1-DF6E911A13DF}" destId="{3B6F8C2B-ED27-41F6-811A-8B826AF13996}" srcOrd="0" destOrd="0" presId="urn:microsoft.com/office/officeart/2018/5/layout/IconCircleLabelList"/>
    <dgm:cxn modelId="{FEE66CFB-4259-4D51-81F3-475600D059F9}" type="presParOf" srcId="{B2F90080-6544-4A68-85E1-DF6E911A13DF}" destId="{061ABC5D-237D-4E8A-80B7-80D4F0B92BBF}" srcOrd="1" destOrd="0" presId="urn:microsoft.com/office/officeart/2018/5/layout/IconCircleLabelList"/>
    <dgm:cxn modelId="{9B1C8CB4-AA5A-42CE-9A28-A9319A060FA7}" type="presParOf" srcId="{B2F90080-6544-4A68-85E1-DF6E911A13DF}" destId="{1AD98087-C9D8-40D0-A983-5A54D5AEFCC7}" srcOrd="2" destOrd="0" presId="urn:microsoft.com/office/officeart/2018/5/layout/IconCircleLabelList"/>
    <dgm:cxn modelId="{7409276D-4301-4EAD-8E8B-501403A4D77C}" type="presParOf" srcId="{B2F90080-6544-4A68-85E1-DF6E911A13DF}" destId="{AE8CCD6E-22E6-460D-83EB-D72184768CDE}" srcOrd="3" destOrd="0" presId="urn:microsoft.com/office/officeart/2018/5/layout/IconCircleLabelList"/>
    <dgm:cxn modelId="{FE70562B-E58F-4EE7-9FFD-F27C1A03E839}" type="presParOf" srcId="{96E95C1A-8E9D-4122-B215-CBBABD0899FE}" destId="{071E655F-665D-43CE-8818-EA435B0D72E2}" srcOrd="1" destOrd="0" presId="urn:microsoft.com/office/officeart/2018/5/layout/IconCircleLabelList"/>
    <dgm:cxn modelId="{BFF605B3-CDAE-44E7-8483-F7CE231BE43E}" type="presParOf" srcId="{96E95C1A-8E9D-4122-B215-CBBABD0899FE}" destId="{51AA23FE-1D46-41F9-842A-23BC70986C6E}" srcOrd="2" destOrd="0" presId="urn:microsoft.com/office/officeart/2018/5/layout/IconCircleLabelList"/>
    <dgm:cxn modelId="{32ABA1DF-DD48-4275-8719-1AA32A0A8C1B}" type="presParOf" srcId="{51AA23FE-1D46-41F9-842A-23BC70986C6E}" destId="{6F73828C-74B2-4A5F-8F94-7BDB7DB9ED7A}" srcOrd="0" destOrd="0" presId="urn:microsoft.com/office/officeart/2018/5/layout/IconCircleLabelList"/>
    <dgm:cxn modelId="{4C166B00-6F8A-46D0-B36F-A338C27EC7F7}" type="presParOf" srcId="{51AA23FE-1D46-41F9-842A-23BC70986C6E}" destId="{0B40D6A5-966B-4C96-8AC5-1E27013C3707}" srcOrd="1" destOrd="0" presId="urn:microsoft.com/office/officeart/2018/5/layout/IconCircleLabelList"/>
    <dgm:cxn modelId="{9DBA2968-23CF-4285-8E96-8D3DDE6C706D}" type="presParOf" srcId="{51AA23FE-1D46-41F9-842A-23BC70986C6E}" destId="{1997093F-5F16-46AC-8CF9-3114FE5C9B44}" srcOrd="2" destOrd="0" presId="urn:microsoft.com/office/officeart/2018/5/layout/IconCircleLabelList"/>
    <dgm:cxn modelId="{2DD75407-80BA-44E1-992C-AD82D7A170B3}" type="presParOf" srcId="{51AA23FE-1D46-41F9-842A-23BC70986C6E}" destId="{2D3B23BF-41F1-4A4C-B28C-9E690E6360E8}" srcOrd="3" destOrd="0" presId="urn:microsoft.com/office/officeart/2018/5/layout/IconCircleLabelList"/>
    <dgm:cxn modelId="{ED120B40-9FB3-40EC-8A28-82D7B97588F9}" type="presParOf" srcId="{96E95C1A-8E9D-4122-B215-CBBABD0899FE}" destId="{021247D6-72E3-4241-9C5F-8D6AD06AB0D6}" srcOrd="3" destOrd="0" presId="urn:microsoft.com/office/officeart/2018/5/layout/IconCircleLabelList"/>
    <dgm:cxn modelId="{396B27D5-39EF-4D03-A0F1-773504AE8FCA}" type="presParOf" srcId="{96E95C1A-8E9D-4122-B215-CBBABD0899FE}" destId="{3F7D5F2D-59B1-40D7-92CE-EA0DFEDD485D}" srcOrd="4" destOrd="0" presId="urn:microsoft.com/office/officeart/2018/5/layout/IconCircleLabelList"/>
    <dgm:cxn modelId="{F6B647A6-D1B7-4837-804F-4BB5192B5F8F}" type="presParOf" srcId="{3F7D5F2D-59B1-40D7-92CE-EA0DFEDD485D}" destId="{03F8BD92-68CF-4AB1-9939-6A779305805A}" srcOrd="0" destOrd="0" presId="urn:microsoft.com/office/officeart/2018/5/layout/IconCircleLabelList"/>
    <dgm:cxn modelId="{ABB773B5-DB99-4E2E-831F-A32D21FD1BD6}" type="presParOf" srcId="{3F7D5F2D-59B1-40D7-92CE-EA0DFEDD485D}" destId="{6A343D73-3515-4559-99C0-EBC001A6D66F}" srcOrd="1" destOrd="0" presId="urn:microsoft.com/office/officeart/2018/5/layout/IconCircleLabelList"/>
    <dgm:cxn modelId="{57F2AEFF-DB18-43A1-BE6D-04D651A73572}" type="presParOf" srcId="{3F7D5F2D-59B1-40D7-92CE-EA0DFEDD485D}" destId="{2D515AFC-D30F-4A3D-A3FD-D7784C6705CD}" srcOrd="2" destOrd="0" presId="urn:microsoft.com/office/officeart/2018/5/layout/IconCircleLabelList"/>
    <dgm:cxn modelId="{A30B5AC3-F59A-4E61-B302-6EEFE21C165B}" type="presParOf" srcId="{3F7D5F2D-59B1-40D7-92CE-EA0DFEDD485D}" destId="{4D28B82D-73B7-4C02-ACCC-942430AC338B}" srcOrd="3" destOrd="0" presId="urn:microsoft.com/office/officeart/2018/5/layout/IconCircleLabelList"/>
    <dgm:cxn modelId="{B7D578BE-E8CA-42FA-B45A-442179460030}" type="presParOf" srcId="{96E95C1A-8E9D-4122-B215-CBBABD0899FE}" destId="{4DF85D40-8499-440B-84A2-DF0F8E7CD663}" srcOrd="5" destOrd="0" presId="urn:microsoft.com/office/officeart/2018/5/layout/IconCircleLabelList"/>
    <dgm:cxn modelId="{4A5E4B00-C1F2-4605-913D-8E8E9AEB27F0}" type="presParOf" srcId="{96E95C1A-8E9D-4122-B215-CBBABD0899FE}" destId="{508AEDA8-2D6F-49D1-971C-8680E846C120}" srcOrd="6" destOrd="0" presId="urn:microsoft.com/office/officeart/2018/5/layout/IconCircleLabelList"/>
    <dgm:cxn modelId="{5280DED9-5527-4E6C-8A0B-860ACE3F3C62}" type="presParOf" srcId="{508AEDA8-2D6F-49D1-971C-8680E846C120}" destId="{6977A932-2617-4873-838C-DA1187CFB2EE}" srcOrd="0" destOrd="0" presId="urn:microsoft.com/office/officeart/2018/5/layout/IconCircleLabelList"/>
    <dgm:cxn modelId="{6680260D-D1E3-43A6-8133-6F3D027DB3DB}" type="presParOf" srcId="{508AEDA8-2D6F-49D1-971C-8680E846C120}" destId="{AF4A2971-F3D9-45D5-B01D-BA45BF057F6D}" srcOrd="1" destOrd="0" presId="urn:microsoft.com/office/officeart/2018/5/layout/IconCircleLabelList"/>
    <dgm:cxn modelId="{C4BD97EB-7DC1-4BEF-AE0A-CDCF84816CE9}" type="presParOf" srcId="{508AEDA8-2D6F-49D1-971C-8680E846C120}" destId="{F7CD57A7-3BC1-4764-AC45-3E79FACF1403}" srcOrd="2" destOrd="0" presId="urn:microsoft.com/office/officeart/2018/5/layout/IconCircleLabelList"/>
    <dgm:cxn modelId="{443B2290-28EA-49EB-8946-CDB3698F141A}" type="presParOf" srcId="{508AEDA8-2D6F-49D1-971C-8680E846C120}" destId="{C1C29809-B80F-415C-A2FE-A08B3DB5504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2C0EE9E-B768-4CBB-8A53-22009D6FDF9E}" type="doc">
      <dgm:prSet loTypeId="urn:microsoft.com/office/officeart/2005/8/layout/vProcess5" loCatId="process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D8B721B-39A7-4712-9CEA-4C4E5011FAE7}">
      <dgm:prSet/>
      <dgm:spPr/>
      <dgm:t>
        <a:bodyPr/>
        <a:lstStyle/>
        <a:p>
          <a:r>
            <a:rPr lang="en-US"/>
            <a:t>Five coherent layers ensure clear separation of concerns:</a:t>
          </a:r>
        </a:p>
      </dgm:t>
    </dgm:pt>
    <dgm:pt modelId="{D2154D50-1CC4-4466-AC98-9D014C9C2A7F}" type="parTrans" cxnId="{66F60B88-19A1-4BB0-8994-FF051FECC370}">
      <dgm:prSet/>
      <dgm:spPr/>
      <dgm:t>
        <a:bodyPr/>
        <a:lstStyle/>
        <a:p>
          <a:endParaRPr lang="en-US"/>
        </a:p>
      </dgm:t>
    </dgm:pt>
    <dgm:pt modelId="{92206D63-2974-4744-84C3-0785B50CD587}" type="sibTrans" cxnId="{66F60B88-19A1-4BB0-8994-FF051FECC370}">
      <dgm:prSet/>
      <dgm:spPr/>
      <dgm:t>
        <a:bodyPr/>
        <a:lstStyle/>
        <a:p>
          <a:endParaRPr lang="en-US"/>
        </a:p>
      </dgm:t>
    </dgm:pt>
    <dgm:pt modelId="{D8471DB0-E86A-4FA1-BFD6-4C0EE7C2F65B}">
      <dgm:prSet/>
      <dgm:spPr/>
      <dgm:t>
        <a:bodyPr/>
        <a:lstStyle/>
        <a:p>
          <a:r>
            <a:rPr lang="en-US"/>
            <a:t>1️⃣ Packet Capture  2️⃣ Feature Extraction  3️⃣ Streaming</a:t>
          </a:r>
        </a:p>
      </dgm:t>
    </dgm:pt>
    <dgm:pt modelId="{C32F443B-BC71-4396-83F0-4C6A92D0C945}" type="parTrans" cxnId="{77A19169-460E-47CB-9EC1-46CBF8FF6544}">
      <dgm:prSet/>
      <dgm:spPr/>
      <dgm:t>
        <a:bodyPr/>
        <a:lstStyle/>
        <a:p>
          <a:endParaRPr lang="en-US"/>
        </a:p>
      </dgm:t>
    </dgm:pt>
    <dgm:pt modelId="{3A62620E-A0FD-40BF-A51C-EF96252DEBD6}" type="sibTrans" cxnId="{77A19169-460E-47CB-9EC1-46CBF8FF6544}">
      <dgm:prSet/>
      <dgm:spPr/>
      <dgm:t>
        <a:bodyPr/>
        <a:lstStyle/>
        <a:p>
          <a:endParaRPr lang="en-US"/>
        </a:p>
      </dgm:t>
    </dgm:pt>
    <dgm:pt modelId="{CEB7E446-523B-4F70-9715-AB78B1410BD0}">
      <dgm:prSet/>
      <dgm:spPr/>
      <dgm:t>
        <a:bodyPr/>
        <a:lstStyle/>
        <a:p>
          <a:r>
            <a:rPr lang="en-US"/>
            <a:t>4️⃣ Analysis / ML  5️⃣ API Exposure / Orchestration.</a:t>
          </a:r>
        </a:p>
      </dgm:t>
    </dgm:pt>
    <dgm:pt modelId="{9AB1DCC5-CFF0-45C8-9732-6B3F277E9D20}" type="parTrans" cxnId="{85E9EF1A-4E24-4E5C-BFD1-325D1BBB14E7}">
      <dgm:prSet/>
      <dgm:spPr/>
      <dgm:t>
        <a:bodyPr/>
        <a:lstStyle/>
        <a:p>
          <a:endParaRPr lang="en-US"/>
        </a:p>
      </dgm:t>
    </dgm:pt>
    <dgm:pt modelId="{57DC7786-5010-4F66-93B1-942AFC6C6980}" type="sibTrans" cxnId="{85E9EF1A-4E24-4E5C-BFD1-325D1BBB14E7}">
      <dgm:prSet/>
      <dgm:spPr/>
      <dgm:t>
        <a:bodyPr/>
        <a:lstStyle/>
        <a:p>
          <a:endParaRPr lang="en-US"/>
        </a:p>
      </dgm:t>
    </dgm:pt>
    <dgm:pt modelId="{DEE91C7E-3BF4-4D16-B96A-206679CA94F1}">
      <dgm:prSet/>
      <dgm:spPr/>
      <dgm:t>
        <a:bodyPr/>
        <a:lstStyle/>
        <a:p>
          <a:r>
            <a:rPr lang="en-US"/>
            <a:t>Documented via 35-page arc42 blueprint for maintainability.</a:t>
          </a:r>
        </a:p>
      </dgm:t>
    </dgm:pt>
    <dgm:pt modelId="{89FFC425-3982-440F-88B2-0298465847C7}" type="parTrans" cxnId="{2CCEAD6F-2CE7-4055-A9B5-8C24560A0C07}">
      <dgm:prSet/>
      <dgm:spPr/>
      <dgm:t>
        <a:bodyPr/>
        <a:lstStyle/>
        <a:p>
          <a:endParaRPr lang="en-US"/>
        </a:p>
      </dgm:t>
    </dgm:pt>
    <dgm:pt modelId="{6B76FA19-7CE6-43BE-9B0F-D55A84DEB9C0}" type="sibTrans" cxnId="{2CCEAD6F-2CE7-4055-A9B5-8C24560A0C07}">
      <dgm:prSet/>
      <dgm:spPr/>
      <dgm:t>
        <a:bodyPr/>
        <a:lstStyle/>
        <a:p>
          <a:endParaRPr lang="en-US"/>
        </a:p>
      </dgm:t>
    </dgm:pt>
    <dgm:pt modelId="{06C25DB8-8C56-E746-90C0-4730F17E58E3}" type="pres">
      <dgm:prSet presAssocID="{72C0EE9E-B768-4CBB-8A53-22009D6FDF9E}" presName="outerComposite" presStyleCnt="0">
        <dgm:presLayoutVars>
          <dgm:chMax val="5"/>
          <dgm:dir/>
          <dgm:resizeHandles val="exact"/>
        </dgm:presLayoutVars>
      </dgm:prSet>
      <dgm:spPr/>
    </dgm:pt>
    <dgm:pt modelId="{D5A64F3E-CD76-BE42-B2A1-950A75C29ACB}" type="pres">
      <dgm:prSet presAssocID="{72C0EE9E-B768-4CBB-8A53-22009D6FDF9E}" presName="dummyMaxCanvas" presStyleCnt="0">
        <dgm:presLayoutVars/>
      </dgm:prSet>
      <dgm:spPr/>
    </dgm:pt>
    <dgm:pt modelId="{4E0CE726-8139-FD48-B289-60A2B58D129E}" type="pres">
      <dgm:prSet presAssocID="{72C0EE9E-B768-4CBB-8A53-22009D6FDF9E}" presName="FourNodes_1" presStyleLbl="node1" presStyleIdx="0" presStyleCnt="4">
        <dgm:presLayoutVars>
          <dgm:bulletEnabled val="1"/>
        </dgm:presLayoutVars>
      </dgm:prSet>
      <dgm:spPr/>
    </dgm:pt>
    <dgm:pt modelId="{9B056AD9-9C89-0944-A33A-ED95F19EBBA9}" type="pres">
      <dgm:prSet presAssocID="{72C0EE9E-B768-4CBB-8A53-22009D6FDF9E}" presName="FourNodes_2" presStyleLbl="node1" presStyleIdx="1" presStyleCnt="4">
        <dgm:presLayoutVars>
          <dgm:bulletEnabled val="1"/>
        </dgm:presLayoutVars>
      </dgm:prSet>
      <dgm:spPr/>
    </dgm:pt>
    <dgm:pt modelId="{246298FB-2E3E-1745-A569-9C04EC5C4B46}" type="pres">
      <dgm:prSet presAssocID="{72C0EE9E-B768-4CBB-8A53-22009D6FDF9E}" presName="FourNodes_3" presStyleLbl="node1" presStyleIdx="2" presStyleCnt="4">
        <dgm:presLayoutVars>
          <dgm:bulletEnabled val="1"/>
        </dgm:presLayoutVars>
      </dgm:prSet>
      <dgm:spPr/>
    </dgm:pt>
    <dgm:pt modelId="{10BF3486-47AC-834A-BE5A-6060191FFE3C}" type="pres">
      <dgm:prSet presAssocID="{72C0EE9E-B768-4CBB-8A53-22009D6FDF9E}" presName="FourNodes_4" presStyleLbl="node1" presStyleIdx="3" presStyleCnt="4">
        <dgm:presLayoutVars>
          <dgm:bulletEnabled val="1"/>
        </dgm:presLayoutVars>
      </dgm:prSet>
      <dgm:spPr/>
    </dgm:pt>
    <dgm:pt modelId="{F098AE3B-716B-144E-BC50-B53617DD5296}" type="pres">
      <dgm:prSet presAssocID="{72C0EE9E-B768-4CBB-8A53-22009D6FDF9E}" presName="FourConn_1-2" presStyleLbl="fgAccFollowNode1" presStyleIdx="0" presStyleCnt="3">
        <dgm:presLayoutVars>
          <dgm:bulletEnabled val="1"/>
        </dgm:presLayoutVars>
      </dgm:prSet>
      <dgm:spPr/>
    </dgm:pt>
    <dgm:pt modelId="{3696D86E-8118-1B4B-BCD3-2984229B965F}" type="pres">
      <dgm:prSet presAssocID="{72C0EE9E-B768-4CBB-8A53-22009D6FDF9E}" presName="FourConn_2-3" presStyleLbl="fgAccFollowNode1" presStyleIdx="1" presStyleCnt="3">
        <dgm:presLayoutVars>
          <dgm:bulletEnabled val="1"/>
        </dgm:presLayoutVars>
      </dgm:prSet>
      <dgm:spPr/>
    </dgm:pt>
    <dgm:pt modelId="{2F08CF1C-2081-0344-B514-4C90B404D434}" type="pres">
      <dgm:prSet presAssocID="{72C0EE9E-B768-4CBB-8A53-22009D6FDF9E}" presName="FourConn_3-4" presStyleLbl="fgAccFollowNode1" presStyleIdx="2" presStyleCnt="3">
        <dgm:presLayoutVars>
          <dgm:bulletEnabled val="1"/>
        </dgm:presLayoutVars>
      </dgm:prSet>
      <dgm:spPr/>
    </dgm:pt>
    <dgm:pt modelId="{1857349F-615F-7D4D-844C-A836F216E214}" type="pres">
      <dgm:prSet presAssocID="{72C0EE9E-B768-4CBB-8A53-22009D6FDF9E}" presName="FourNodes_1_text" presStyleLbl="node1" presStyleIdx="3" presStyleCnt="4">
        <dgm:presLayoutVars>
          <dgm:bulletEnabled val="1"/>
        </dgm:presLayoutVars>
      </dgm:prSet>
      <dgm:spPr/>
    </dgm:pt>
    <dgm:pt modelId="{4496B7FE-C0A7-6F45-AE3A-608D493D55B4}" type="pres">
      <dgm:prSet presAssocID="{72C0EE9E-B768-4CBB-8A53-22009D6FDF9E}" presName="FourNodes_2_text" presStyleLbl="node1" presStyleIdx="3" presStyleCnt="4">
        <dgm:presLayoutVars>
          <dgm:bulletEnabled val="1"/>
        </dgm:presLayoutVars>
      </dgm:prSet>
      <dgm:spPr/>
    </dgm:pt>
    <dgm:pt modelId="{AE03E95B-25B6-AD4A-9C91-881B72F894F9}" type="pres">
      <dgm:prSet presAssocID="{72C0EE9E-B768-4CBB-8A53-22009D6FDF9E}" presName="FourNodes_3_text" presStyleLbl="node1" presStyleIdx="3" presStyleCnt="4">
        <dgm:presLayoutVars>
          <dgm:bulletEnabled val="1"/>
        </dgm:presLayoutVars>
      </dgm:prSet>
      <dgm:spPr/>
    </dgm:pt>
    <dgm:pt modelId="{967C64A1-4FE8-9946-9224-2BCD17BBF75B}" type="pres">
      <dgm:prSet presAssocID="{72C0EE9E-B768-4CBB-8A53-22009D6FDF9E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A88A3E06-8D40-AE47-9878-135D7BFE8D12}" type="presOf" srcId="{72C0EE9E-B768-4CBB-8A53-22009D6FDF9E}" destId="{06C25DB8-8C56-E746-90C0-4730F17E58E3}" srcOrd="0" destOrd="0" presId="urn:microsoft.com/office/officeart/2005/8/layout/vProcess5"/>
    <dgm:cxn modelId="{85E9EF1A-4E24-4E5C-BFD1-325D1BBB14E7}" srcId="{72C0EE9E-B768-4CBB-8A53-22009D6FDF9E}" destId="{CEB7E446-523B-4F70-9715-AB78B1410BD0}" srcOrd="2" destOrd="0" parTransId="{9AB1DCC5-CFF0-45C8-9732-6B3F277E9D20}" sibTransId="{57DC7786-5010-4F66-93B1-942AFC6C6980}"/>
    <dgm:cxn modelId="{F8CE652B-5418-2747-86F4-0D60F6E4573A}" type="presOf" srcId="{57DC7786-5010-4F66-93B1-942AFC6C6980}" destId="{2F08CF1C-2081-0344-B514-4C90B404D434}" srcOrd="0" destOrd="0" presId="urn:microsoft.com/office/officeart/2005/8/layout/vProcess5"/>
    <dgm:cxn modelId="{27706B42-9465-EE40-9278-7CEEC85828FC}" type="presOf" srcId="{3D8B721B-39A7-4712-9CEA-4C4E5011FAE7}" destId="{4E0CE726-8139-FD48-B289-60A2B58D129E}" srcOrd="0" destOrd="0" presId="urn:microsoft.com/office/officeart/2005/8/layout/vProcess5"/>
    <dgm:cxn modelId="{2D658043-3201-DC4E-898C-A1809FD4E13B}" type="presOf" srcId="{CEB7E446-523B-4F70-9715-AB78B1410BD0}" destId="{AE03E95B-25B6-AD4A-9C91-881B72F894F9}" srcOrd="1" destOrd="0" presId="urn:microsoft.com/office/officeart/2005/8/layout/vProcess5"/>
    <dgm:cxn modelId="{559DA54D-5B27-0841-8DC0-38D414F4A5F1}" type="presOf" srcId="{3D8B721B-39A7-4712-9CEA-4C4E5011FAE7}" destId="{1857349F-615F-7D4D-844C-A836F216E214}" srcOrd="1" destOrd="0" presId="urn:microsoft.com/office/officeart/2005/8/layout/vProcess5"/>
    <dgm:cxn modelId="{57DBED52-EFD7-C341-88E5-48F56C78EC39}" type="presOf" srcId="{D8471DB0-E86A-4FA1-BFD6-4C0EE7C2F65B}" destId="{4496B7FE-C0A7-6F45-AE3A-608D493D55B4}" srcOrd="1" destOrd="0" presId="urn:microsoft.com/office/officeart/2005/8/layout/vProcess5"/>
    <dgm:cxn modelId="{916A1162-E9CA-7548-AE9A-69B5C73251A6}" type="presOf" srcId="{92206D63-2974-4744-84C3-0785B50CD587}" destId="{F098AE3B-716B-144E-BC50-B53617DD5296}" srcOrd="0" destOrd="0" presId="urn:microsoft.com/office/officeart/2005/8/layout/vProcess5"/>
    <dgm:cxn modelId="{77A19169-460E-47CB-9EC1-46CBF8FF6544}" srcId="{72C0EE9E-B768-4CBB-8A53-22009D6FDF9E}" destId="{D8471DB0-E86A-4FA1-BFD6-4C0EE7C2F65B}" srcOrd="1" destOrd="0" parTransId="{C32F443B-BC71-4396-83F0-4C6A92D0C945}" sibTransId="{3A62620E-A0FD-40BF-A51C-EF96252DEBD6}"/>
    <dgm:cxn modelId="{2CCEAD6F-2CE7-4055-A9B5-8C24560A0C07}" srcId="{72C0EE9E-B768-4CBB-8A53-22009D6FDF9E}" destId="{DEE91C7E-3BF4-4D16-B96A-206679CA94F1}" srcOrd="3" destOrd="0" parTransId="{89FFC425-3982-440F-88B2-0298465847C7}" sibTransId="{6B76FA19-7CE6-43BE-9B0F-D55A84DEB9C0}"/>
    <dgm:cxn modelId="{66F60B88-19A1-4BB0-8994-FF051FECC370}" srcId="{72C0EE9E-B768-4CBB-8A53-22009D6FDF9E}" destId="{3D8B721B-39A7-4712-9CEA-4C4E5011FAE7}" srcOrd="0" destOrd="0" parTransId="{D2154D50-1CC4-4466-AC98-9D014C9C2A7F}" sibTransId="{92206D63-2974-4744-84C3-0785B50CD587}"/>
    <dgm:cxn modelId="{0D739DAA-5A93-1E42-AE8D-621B6013C640}" type="presOf" srcId="{DEE91C7E-3BF4-4D16-B96A-206679CA94F1}" destId="{10BF3486-47AC-834A-BE5A-6060191FFE3C}" srcOrd="0" destOrd="0" presId="urn:microsoft.com/office/officeart/2005/8/layout/vProcess5"/>
    <dgm:cxn modelId="{6F833AB2-AF52-964F-AEA3-9E568889D2CA}" type="presOf" srcId="{DEE91C7E-3BF4-4D16-B96A-206679CA94F1}" destId="{967C64A1-4FE8-9946-9224-2BCD17BBF75B}" srcOrd="1" destOrd="0" presId="urn:microsoft.com/office/officeart/2005/8/layout/vProcess5"/>
    <dgm:cxn modelId="{8A55FDBE-4E90-9A4C-9C4B-2243DB3A4CC2}" type="presOf" srcId="{3A62620E-A0FD-40BF-A51C-EF96252DEBD6}" destId="{3696D86E-8118-1B4B-BCD3-2984229B965F}" srcOrd="0" destOrd="0" presId="urn:microsoft.com/office/officeart/2005/8/layout/vProcess5"/>
    <dgm:cxn modelId="{665833CB-E846-A249-B2E3-D7461A3952CB}" type="presOf" srcId="{CEB7E446-523B-4F70-9715-AB78B1410BD0}" destId="{246298FB-2E3E-1745-A569-9C04EC5C4B46}" srcOrd="0" destOrd="0" presId="urn:microsoft.com/office/officeart/2005/8/layout/vProcess5"/>
    <dgm:cxn modelId="{1F8DFFEA-AA72-E240-B38E-42ACC68B4A09}" type="presOf" srcId="{D8471DB0-E86A-4FA1-BFD6-4C0EE7C2F65B}" destId="{9B056AD9-9C89-0944-A33A-ED95F19EBBA9}" srcOrd="0" destOrd="0" presId="urn:microsoft.com/office/officeart/2005/8/layout/vProcess5"/>
    <dgm:cxn modelId="{38FD49E3-93B9-0842-8EAF-E64C1427F16B}" type="presParOf" srcId="{06C25DB8-8C56-E746-90C0-4730F17E58E3}" destId="{D5A64F3E-CD76-BE42-B2A1-950A75C29ACB}" srcOrd="0" destOrd="0" presId="urn:microsoft.com/office/officeart/2005/8/layout/vProcess5"/>
    <dgm:cxn modelId="{6DD4F63F-D3D9-5443-ADC7-5DACD0E278CC}" type="presParOf" srcId="{06C25DB8-8C56-E746-90C0-4730F17E58E3}" destId="{4E0CE726-8139-FD48-B289-60A2B58D129E}" srcOrd="1" destOrd="0" presId="urn:microsoft.com/office/officeart/2005/8/layout/vProcess5"/>
    <dgm:cxn modelId="{D5C13D8E-AEC6-6046-A092-F0BDDE2312D1}" type="presParOf" srcId="{06C25DB8-8C56-E746-90C0-4730F17E58E3}" destId="{9B056AD9-9C89-0944-A33A-ED95F19EBBA9}" srcOrd="2" destOrd="0" presId="urn:microsoft.com/office/officeart/2005/8/layout/vProcess5"/>
    <dgm:cxn modelId="{3141FC80-003B-E945-81F7-4270DA342458}" type="presParOf" srcId="{06C25DB8-8C56-E746-90C0-4730F17E58E3}" destId="{246298FB-2E3E-1745-A569-9C04EC5C4B46}" srcOrd="3" destOrd="0" presId="urn:microsoft.com/office/officeart/2005/8/layout/vProcess5"/>
    <dgm:cxn modelId="{600D2246-E4D9-0C4F-B03D-92BE3F5C6B5F}" type="presParOf" srcId="{06C25DB8-8C56-E746-90C0-4730F17E58E3}" destId="{10BF3486-47AC-834A-BE5A-6060191FFE3C}" srcOrd="4" destOrd="0" presId="urn:microsoft.com/office/officeart/2005/8/layout/vProcess5"/>
    <dgm:cxn modelId="{0E4F558E-6709-A44C-82A9-474BB47BA374}" type="presParOf" srcId="{06C25DB8-8C56-E746-90C0-4730F17E58E3}" destId="{F098AE3B-716B-144E-BC50-B53617DD5296}" srcOrd="5" destOrd="0" presId="urn:microsoft.com/office/officeart/2005/8/layout/vProcess5"/>
    <dgm:cxn modelId="{10951D4C-ACC5-084E-B1B5-6E03E2DF2E91}" type="presParOf" srcId="{06C25DB8-8C56-E746-90C0-4730F17E58E3}" destId="{3696D86E-8118-1B4B-BCD3-2984229B965F}" srcOrd="6" destOrd="0" presId="urn:microsoft.com/office/officeart/2005/8/layout/vProcess5"/>
    <dgm:cxn modelId="{69B4A9B9-D2BD-1D43-A75F-FC64B6D230EF}" type="presParOf" srcId="{06C25DB8-8C56-E746-90C0-4730F17E58E3}" destId="{2F08CF1C-2081-0344-B514-4C90B404D434}" srcOrd="7" destOrd="0" presId="urn:microsoft.com/office/officeart/2005/8/layout/vProcess5"/>
    <dgm:cxn modelId="{B5C10208-897C-354C-8D47-317072E9A67D}" type="presParOf" srcId="{06C25DB8-8C56-E746-90C0-4730F17E58E3}" destId="{1857349F-615F-7D4D-844C-A836F216E214}" srcOrd="8" destOrd="0" presId="urn:microsoft.com/office/officeart/2005/8/layout/vProcess5"/>
    <dgm:cxn modelId="{A6363DAA-8070-7E4C-AEAF-58E03ACB08A4}" type="presParOf" srcId="{06C25DB8-8C56-E746-90C0-4730F17E58E3}" destId="{4496B7FE-C0A7-6F45-AE3A-608D493D55B4}" srcOrd="9" destOrd="0" presId="urn:microsoft.com/office/officeart/2005/8/layout/vProcess5"/>
    <dgm:cxn modelId="{45A023BC-56EC-714F-A960-6211017A29F8}" type="presParOf" srcId="{06C25DB8-8C56-E746-90C0-4730F17E58E3}" destId="{AE03E95B-25B6-AD4A-9C91-881B72F894F9}" srcOrd="10" destOrd="0" presId="urn:microsoft.com/office/officeart/2005/8/layout/vProcess5"/>
    <dgm:cxn modelId="{00E17D58-983F-F646-9603-3BD1E0C9B0E4}" type="presParOf" srcId="{06C25DB8-8C56-E746-90C0-4730F17E58E3}" destId="{967C64A1-4FE8-9946-9224-2BCD17BBF75B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A322445-1EDF-48F9-809A-271A61118E7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549C134-270E-422F-93AF-547BDD5A205A}">
      <dgm:prSet/>
      <dgm:spPr/>
      <dgm:t>
        <a:bodyPr/>
        <a:lstStyle/>
        <a:p>
          <a:r>
            <a:rPr lang="en-US"/>
            <a:t>Capture: Scapy (portable) &amp; DPDK (10 Gbps optimized).</a:t>
          </a:r>
        </a:p>
      </dgm:t>
    </dgm:pt>
    <dgm:pt modelId="{F5ECABF2-2B22-4F37-A3E7-D4359ED83068}" type="parTrans" cxnId="{B9EE1198-5507-49D8-9E6E-D76A65B7F28B}">
      <dgm:prSet/>
      <dgm:spPr/>
      <dgm:t>
        <a:bodyPr/>
        <a:lstStyle/>
        <a:p>
          <a:endParaRPr lang="en-US"/>
        </a:p>
      </dgm:t>
    </dgm:pt>
    <dgm:pt modelId="{4431C4CE-E518-45C0-B937-450F68AD71F9}" type="sibTrans" cxnId="{B9EE1198-5507-49D8-9E6E-D76A65B7F28B}">
      <dgm:prSet/>
      <dgm:spPr/>
      <dgm:t>
        <a:bodyPr/>
        <a:lstStyle/>
        <a:p>
          <a:endParaRPr lang="en-US"/>
        </a:p>
      </dgm:t>
    </dgm:pt>
    <dgm:pt modelId="{D199FAF7-29A5-4AF7-BA0E-D37CBEEFC8A8}">
      <dgm:prSet/>
      <dgm:spPr/>
      <dgm:t>
        <a:bodyPr/>
        <a:lstStyle/>
        <a:p>
          <a:r>
            <a:rPr lang="en-US"/>
            <a:t>Streaming: Apache Kafka 3.7 with mTLS &amp; SASL auth.</a:t>
          </a:r>
        </a:p>
      </dgm:t>
    </dgm:pt>
    <dgm:pt modelId="{BDDA3D93-6807-4F63-99F4-9239E5BB63F0}" type="parTrans" cxnId="{789AA68D-F707-478F-9DCB-C5F4F572722F}">
      <dgm:prSet/>
      <dgm:spPr/>
      <dgm:t>
        <a:bodyPr/>
        <a:lstStyle/>
        <a:p>
          <a:endParaRPr lang="en-US"/>
        </a:p>
      </dgm:t>
    </dgm:pt>
    <dgm:pt modelId="{F167825B-6684-479D-B173-28D20ABD273A}" type="sibTrans" cxnId="{789AA68D-F707-478F-9DCB-C5F4F572722F}">
      <dgm:prSet/>
      <dgm:spPr/>
      <dgm:t>
        <a:bodyPr/>
        <a:lstStyle/>
        <a:p>
          <a:endParaRPr lang="en-US"/>
        </a:p>
      </dgm:t>
    </dgm:pt>
    <dgm:pt modelId="{61EFDE32-9BCA-4DD6-8AE6-DF44F5B2AE28}">
      <dgm:prSet/>
      <dgm:spPr/>
      <dgm:t>
        <a:bodyPr/>
        <a:lstStyle/>
        <a:p>
          <a:r>
            <a:rPr lang="en-US"/>
            <a:t>ML: Random Forest, XGBoost, LightGBM ensemble + SMOTE.</a:t>
          </a:r>
        </a:p>
      </dgm:t>
    </dgm:pt>
    <dgm:pt modelId="{709C4F32-B0E2-4081-A0B8-683BBA591262}" type="parTrans" cxnId="{05B75684-9797-4B17-8F98-214578634EE2}">
      <dgm:prSet/>
      <dgm:spPr/>
      <dgm:t>
        <a:bodyPr/>
        <a:lstStyle/>
        <a:p>
          <a:endParaRPr lang="en-US"/>
        </a:p>
      </dgm:t>
    </dgm:pt>
    <dgm:pt modelId="{C983C8B8-B984-4903-A242-6FDD452A640B}" type="sibTrans" cxnId="{05B75684-9797-4B17-8F98-214578634EE2}">
      <dgm:prSet/>
      <dgm:spPr/>
      <dgm:t>
        <a:bodyPr/>
        <a:lstStyle/>
        <a:p>
          <a:endParaRPr lang="en-US"/>
        </a:p>
      </dgm:t>
    </dgm:pt>
    <dgm:pt modelId="{1D47AB64-EE29-4F20-8DD3-F0D15E43DE74}">
      <dgm:prSet/>
      <dgm:spPr/>
      <dgm:t>
        <a:bodyPr/>
        <a:lstStyle/>
        <a:p>
          <a:r>
            <a:rPr lang="en-US"/>
            <a:t>Runtime: Docker containers on Kubernetes dev cluster.</a:t>
          </a:r>
        </a:p>
      </dgm:t>
    </dgm:pt>
    <dgm:pt modelId="{9EDE7738-1C5D-4150-A216-07B70F16A9F5}" type="parTrans" cxnId="{5D4E9E44-6FAD-4095-99FC-856476E2FE2C}">
      <dgm:prSet/>
      <dgm:spPr/>
      <dgm:t>
        <a:bodyPr/>
        <a:lstStyle/>
        <a:p>
          <a:endParaRPr lang="en-US"/>
        </a:p>
      </dgm:t>
    </dgm:pt>
    <dgm:pt modelId="{03B43EAB-BA37-4018-96C3-84F6CAA99B98}" type="sibTrans" cxnId="{5D4E9E44-6FAD-4095-99FC-856476E2FE2C}">
      <dgm:prSet/>
      <dgm:spPr/>
      <dgm:t>
        <a:bodyPr/>
        <a:lstStyle/>
        <a:p>
          <a:endParaRPr lang="en-US"/>
        </a:p>
      </dgm:t>
    </dgm:pt>
    <dgm:pt modelId="{8A990404-F75F-43E8-ADFE-079F93CF98F7}" type="pres">
      <dgm:prSet presAssocID="{7A322445-1EDF-48F9-809A-271A61118E7B}" presName="root" presStyleCnt="0">
        <dgm:presLayoutVars>
          <dgm:dir/>
          <dgm:resizeHandles val="exact"/>
        </dgm:presLayoutVars>
      </dgm:prSet>
      <dgm:spPr/>
    </dgm:pt>
    <dgm:pt modelId="{B839BBAA-D116-4638-8CBA-126E6284BA72}" type="pres">
      <dgm:prSet presAssocID="{7549C134-270E-422F-93AF-547BDD5A205A}" presName="compNode" presStyleCnt="0"/>
      <dgm:spPr/>
    </dgm:pt>
    <dgm:pt modelId="{0C8A8F55-3960-47FF-BBE5-860CD3EC434C}" type="pres">
      <dgm:prSet presAssocID="{7549C134-270E-422F-93AF-547BDD5A205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C9008A7-D4DB-4913-B878-DFF54F264B28}" type="pres">
      <dgm:prSet presAssocID="{7549C134-270E-422F-93AF-547BDD5A205A}" presName="spaceRect" presStyleCnt="0"/>
      <dgm:spPr/>
    </dgm:pt>
    <dgm:pt modelId="{5844D5D2-7CC9-4388-85C3-19274F4BA475}" type="pres">
      <dgm:prSet presAssocID="{7549C134-270E-422F-93AF-547BDD5A205A}" presName="textRect" presStyleLbl="revTx" presStyleIdx="0" presStyleCnt="4">
        <dgm:presLayoutVars>
          <dgm:chMax val="1"/>
          <dgm:chPref val="1"/>
        </dgm:presLayoutVars>
      </dgm:prSet>
      <dgm:spPr/>
    </dgm:pt>
    <dgm:pt modelId="{589B1873-AFDA-4394-90C6-916316806B95}" type="pres">
      <dgm:prSet presAssocID="{4431C4CE-E518-45C0-B937-450F68AD71F9}" presName="sibTrans" presStyleCnt="0"/>
      <dgm:spPr/>
    </dgm:pt>
    <dgm:pt modelId="{D4ABC2AE-E038-4A0A-ABF7-40C705FE685B}" type="pres">
      <dgm:prSet presAssocID="{D199FAF7-29A5-4AF7-BA0E-D37CBEEFC8A8}" presName="compNode" presStyleCnt="0"/>
      <dgm:spPr/>
    </dgm:pt>
    <dgm:pt modelId="{02E61782-0C30-4C83-96E6-E52604A6BB55}" type="pres">
      <dgm:prSet presAssocID="{D199FAF7-29A5-4AF7-BA0E-D37CBEEFC8A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F84AD27E-B31C-44A6-AAC0-B5E4DDA55021}" type="pres">
      <dgm:prSet presAssocID="{D199FAF7-29A5-4AF7-BA0E-D37CBEEFC8A8}" presName="spaceRect" presStyleCnt="0"/>
      <dgm:spPr/>
    </dgm:pt>
    <dgm:pt modelId="{D251C617-FF06-465C-B39B-F9A048C0C241}" type="pres">
      <dgm:prSet presAssocID="{D199FAF7-29A5-4AF7-BA0E-D37CBEEFC8A8}" presName="textRect" presStyleLbl="revTx" presStyleIdx="1" presStyleCnt="4">
        <dgm:presLayoutVars>
          <dgm:chMax val="1"/>
          <dgm:chPref val="1"/>
        </dgm:presLayoutVars>
      </dgm:prSet>
      <dgm:spPr/>
    </dgm:pt>
    <dgm:pt modelId="{E65D6C8D-08ED-4048-8903-C9F64B46E623}" type="pres">
      <dgm:prSet presAssocID="{F167825B-6684-479D-B173-28D20ABD273A}" presName="sibTrans" presStyleCnt="0"/>
      <dgm:spPr/>
    </dgm:pt>
    <dgm:pt modelId="{7D6FFF92-1A18-4D06-85B3-7212EBD5CF59}" type="pres">
      <dgm:prSet presAssocID="{61EFDE32-9BCA-4DD6-8AE6-DF44F5B2AE28}" presName="compNode" presStyleCnt="0"/>
      <dgm:spPr/>
    </dgm:pt>
    <dgm:pt modelId="{234C7E63-0CBB-4EFC-ADA5-7198A3ADF66C}" type="pres">
      <dgm:prSet presAssocID="{61EFDE32-9BCA-4DD6-8AE6-DF44F5B2AE2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est scene"/>
        </a:ext>
      </dgm:extLst>
    </dgm:pt>
    <dgm:pt modelId="{2C30F06E-B508-41F7-A77E-ACAD79054F48}" type="pres">
      <dgm:prSet presAssocID="{61EFDE32-9BCA-4DD6-8AE6-DF44F5B2AE28}" presName="spaceRect" presStyleCnt="0"/>
      <dgm:spPr/>
    </dgm:pt>
    <dgm:pt modelId="{0E9F91A6-05FE-4B7B-B679-0E9F1E131BEE}" type="pres">
      <dgm:prSet presAssocID="{61EFDE32-9BCA-4DD6-8AE6-DF44F5B2AE28}" presName="textRect" presStyleLbl="revTx" presStyleIdx="2" presStyleCnt="4">
        <dgm:presLayoutVars>
          <dgm:chMax val="1"/>
          <dgm:chPref val="1"/>
        </dgm:presLayoutVars>
      </dgm:prSet>
      <dgm:spPr/>
    </dgm:pt>
    <dgm:pt modelId="{3CBE104B-EC7A-427B-B915-7E3431BD5A3D}" type="pres">
      <dgm:prSet presAssocID="{C983C8B8-B984-4903-A242-6FDD452A640B}" presName="sibTrans" presStyleCnt="0"/>
      <dgm:spPr/>
    </dgm:pt>
    <dgm:pt modelId="{ADB5E46A-51A5-4E61-9A33-64556B08798C}" type="pres">
      <dgm:prSet presAssocID="{1D47AB64-EE29-4F20-8DD3-F0D15E43DE74}" presName="compNode" presStyleCnt="0"/>
      <dgm:spPr/>
    </dgm:pt>
    <dgm:pt modelId="{EFE44FFC-8DD8-4487-8718-035D199F3906}" type="pres">
      <dgm:prSet presAssocID="{1D47AB64-EE29-4F20-8DD3-F0D15E43DE7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B6110450-654B-4794-BD6B-4FB6C6B7AD06}" type="pres">
      <dgm:prSet presAssocID="{1D47AB64-EE29-4F20-8DD3-F0D15E43DE74}" presName="spaceRect" presStyleCnt="0"/>
      <dgm:spPr/>
    </dgm:pt>
    <dgm:pt modelId="{06850187-3B15-478F-B9B5-C511DEA68832}" type="pres">
      <dgm:prSet presAssocID="{1D47AB64-EE29-4F20-8DD3-F0D15E43DE7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D4E9E44-6FAD-4095-99FC-856476E2FE2C}" srcId="{7A322445-1EDF-48F9-809A-271A61118E7B}" destId="{1D47AB64-EE29-4F20-8DD3-F0D15E43DE74}" srcOrd="3" destOrd="0" parTransId="{9EDE7738-1C5D-4150-A216-07B70F16A9F5}" sibTransId="{03B43EAB-BA37-4018-96C3-84F6CAA99B98}"/>
    <dgm:cxn modelId="{E9B5EA44-18D1-4E7E-815F-BAE6BBDA4C7B}" type="presOf" srcId="{7A322445-1EDF-48F9-809A-271A61118E7B}" destId="{8A990404-F75F-43E8-ADFE-079F93CF98F7}" srcOrd="0" destOrd="0" presId="urn:microsoft.com/office/officeart/2018/2/layout/IconLabelList"/>
    <dgm:cxn modelId="{99B44D69-7159-4F7D-9C4D-6DFF74A643C4}" type="presOf" srcId="{61EFDE32-9BCA-4DD6-8AE6-DF44F5B2AE28}" destId="{0E9F91A6-05FE-4B7B-B679-0E9F1E131BEE}" srcOrd="0" destOrd="0" presId="urn:microsoft.com/office/officeart/2018/2/layout/IconLabelList"/>
    <dgm:cxn modelId="{BAD83472-DA61-435D-BDF4-AC0306F9675E}" type="presOf" srcId="{7549C134-270E-422F-93AF-547BDD5A205A}" destId="{5844D5D2-7CC9-4388-85C3-19274F4BA475}" srcOrd="0" destOrd="0" presId="urn:microsoft.com/office/officeart/2018/2/layout/IconLabelList"/>
    <dgm:cxn modelId="{05B75684-9797-4B17-8F98-214578634EE2}" srcId="{7A322445-1EDF-48F9-809A-271A61118E7B}" destId="{61EFDE32-9BCA-4DD6-8AE6-DF44F5B2AE28}" srcOrd="2" destOrd="0" parTransId="{709C4F32-B0E2-4081-A0B8-683BBA591262}" sibTransId="{C983C8B8-B984-4903-A242-6FDD452A640B}"/>
    <dgm:cxn modelId="{789AA68D-F707-478F-9DCB-C5F4F572722F}" srcId="{7A322445-1EDF-48F9-809A-271A61118E7B}" destId="{D199FAF7-29A5-4AF7-BA0E-D37CBEEFC8A8}" srcOrd="1" destOrd="0" parTransId="{BDDA3D93-6807-4F63-99F4-9239E5BB63F0}" sibTransId="{F167825B-6684-479D-B173-28D20ABD273A}"/>
    <dgm:cxn modelId="{B9EE1198-5507-49D8-9E6E-D76A65B7F28B}" srcId="{7A322445-1EDF-48F9-809A-271A61118E7B}" destId="{7549C134-270E-422F-93AF-547BDD5A205A}" srcOrd="0" destOrd="0" parTransId="{F5ECABF2-2B22-4F37-A3E7-D4359ED83068}" sibTransId="{4431C4CE-E518-45C0-B937-450F68AD71F9}"/>
    <dgm:cxn modelId="{4752649D-E1C2-4AAA-99AD-52616623E2A0}" type="presOf" srcId="{D199FAF7-29A5-4AF7-BA0E-D37CBEEFC8A8}" destId="{D251C617-FF06-465C-B39B-F9A048C0C241}" srcOrd="0" destOrd="0" presId="urn:microsoft.com/office/officeart/2018/2/layout/IconLabelList"/>
    <dgm:cxn modelId="{82EC98AD-A736-4181-A779-A28DA0548D8C}" type="presOf" srcId="{1D47AB64-EE29-4F20-8DD3-F0D15E43DE74}" destId="{06850187-3B15-478F-B9B5-C511DEA68832}" srcOrd="0" destOrd="0" presId="urn:microsoft.com/office/officeart/2018/2/layout/IconLabelList"/>
    <dgm:cxn modelId="{3032C42D-F912-4071-8221-9770A7230477}" type="presParOf" srcId="{8A990404-F75F-43E8-ADFE-079F93CF98F7}" destId="{B839BBAA-D116-4638-8CBA-126E6284BA72}" srcOrd="0" destOrd="0" presId="urn:microsoft.com/office/officeart/2018/2/layout/IconLabelList"/>
    <dgm:cxn modelId="{458C6239-6E8F-4175-806D-CA87F9595564}" type="presParOf" srcId="{B839BBAA-D116-4638-8CBA-126E6284BA72}" destId="{0C8A8F55-3960-47FF-BBE5-860CD3EC434C}" srcOrd="0" destOrd="0" presId="urn:microsoft.com/office/officeart/2018/2/layout/IconLabelList"/>
    <dgm:cxn modelId="{8682BF25-BB36-4009-B8FC-969CDA82B3DB}" type="presParOf" srcId="{B839BBAA-D116-4638-8CBA-126E6284BA72}" destId="{2C9008A7-D4DB-4913-B878-DFF54F264B28}" srcOrd="1" destOrd="0" presId="urn:microsoft.com/office/officeart/2018/2/layout/IconLabelList"/>
    <dgm:cxn modelId="{B084E6E5-0CBD-42C4-A1B9-823FC306256F}" type="presParOf" srcId="{B839BBAA-D116-4638-8CBA-126E6284BA72}" destId="{5844D5D2-7CC9-4388-85C3-19274F4BA475}" srcOrd="2" destOrd="0" presId="urn:microsoft.com/office/officeart/2018/2/layout/IconLabelList"/>
    <dgm:cxn modelId="{ED6CD696-C3CC-40B2-B18D-48AA901BB1A6}" type="presParOf" srcId="{8A990404-F75F-43E8-ADFE-079F93CF98F7}" destId="{589B1873-AFDA-4394-90C6-916316806B95}" srcOrd="1" destOrd="0" presId="urn:microsoft.com/office/officeart/2018/2/layout/IconLabelList"/>
    <dgm:cxn modelId="{75232C94-A66B-4BC0-8990-FAD0C9FE70B7}" type="presParOf" srcId="{8A990404-F75F-43E8-ADFE-079F93CF98F7}" destId="{D4ABC2AE-E038-4A0A-ABF7-40C705FE685B}" srcOrd="2" destOrd="0" presId="urn:microsoft.com/office/officeart/2018/2/layout/IconLabelList"/>
    <dgm:cxn modelId="{6971BF7B-5332-46C5-85E8-EF6AC70C5B60}" type="presParOf" srcId="{D4ABC2AE-E038-4A0A-ABF7-40C705FE685B}" destId="{02E61782-0C30-4C83-96E6-E52604A6BB55}" srcOrd="0" destOrd="0" presId="urn:microsoft.com/office/officeart/2018/2/layout/IconLabelList"/>
    <dgm:cxn modelId="{F38C291B-C05B-4387-B448-13033EC7DA95}" type="presParOf" srcId="{D4ABC2AE-E038-4A0A-ABF7-40C705FE685B}" destId="{F84AD27E-B31C-44A6-AAC0-B5E4DDA55021}" srcOrd="1" destOrd="0" presId="urn:microsoft.com/office/officeart/2018/2/layout/IconLabelList"/>
    <dgm:cxn modelId="{A3EBE8AA-B47E-49A9-9D80-5D60B11AE9A6}" type="presParOf" srcId="{D4ABC2AE-E038-4A0A-ABF7-40C705FE685B}" destId="{D251C617-FF06-465C-B39B-F9A048C0C241}" srcOrd="2" destOrd="0" presId="urn:microsoft.com/office/officeart/2018/2/layout/IconLabelList"/>
    <dgm:cxn modelId="{23D701EE-0AF1-4383-A15D-44B5076FB25A}" type="presParOf" srcId="{8A990404-F75F-43E8-ADFE-079F93CF98F7}" destId="{E65D6C8D-08ED-4048-8903-C9F64B46E623}" srcOrd="3" destOrd="0" presId="urn:microsoft.com/office/officeart/2018/2/layout/IconLabelList"/>
    <dgm:cxn modelId="{7F9FB5B9-7C5E-4554-BE92-6CDF6152249E}" type="presParOf" srcId="{8A990404-F75F-43E8-ADFE-079F93CF98F7}" destId="{7D6FFF92-1A18-4D06-85B3-7212EBD5CF59}" srcOrd="4" destOrd="0" presId="urn:microsoft.com/office/officeart/2018/2/layout/IconLabelList"/>
    <dgm:cxn modelId="{2BFA246A-B813-4AFB-B938-F6C26BF35BAA}" type="presParOf" srcId="{7D6FFF92-1A18-4D06-85B3-7212EBD5CF59}" destId="{234C7E63-0CBB-4EFC-ADA5-7198A3ADF66C}" srcOrd="0" destOrd="0" presId="urn:microsoft.com/office/officeart/2018/2/layout/IconLabelList"/>
    <dgm:cxn modelId="{CDED88D1-EB87-4CDE-A896-F308F55361C7}" type="presParOf" srcId="{7D6FFF92-1A18-4D06-85B3-7212EBD5CF59}" destId="{2C30F06E-B508-41F7-A77E-ACAD79054F48}" srcOrd="1" destOrd="0" presId="urn:microsoft.com/office/officeart/2018/2/layout/IconLabelList"/>
    <dgm:cxn modelId="{CD270951-38C3-4D29-8A03-F7EEFF0D9EE1}" type="presParOf" srcId="{7D6FFF92-1A18-4D06-85B3-7212EBD5CF59}" destId="{0E9F91A6-05FE-4B7B-B679-0E9F1E131BEE}" srcOrd="2" destOrd="0" presId="urn:microsoft.com/office/officeart/2018/2/layout/IconLabelList"/>
    <dgm:cxn modelId="{71F48C37-1FF4-4F6B-87DB-91A9A4B0B1CF}" type="presParOf" srcId="{8A990404-F75F-43E8-ADFE-079F93CF98F7}" destId="{3CBE104B-EC7A-427B-B915-7E3431BD5A3D}" srcOrd="5" destOrd="0" presId="urn:microsoft.com/office/officeart/2018/2/layout/IconLabelList"/>
    <dgm:cxn modelId="{79F18E73-D77A-4E77-857E-A9F2E5374A01}" type="presParOf" srcId="{8A990404-F75F-43E8-ADFE-079F93CF98F7}" destId="{ADB5E46A-51A5-4E61-9A33-64556B08798C}" srcOrd="6" destOrd="0" presId="urn:microsoft.com/office/officeart/2018/2/layout/IconLabelList"/>
    <dgm:cxn modelId="{EAD4A274-2093-4E49-A7BC-C36F5E4AA87F}" type="presParOf" srcId="{ADB5E46A-51A5-4E61-9A33-64556B08798C}" destId="{EFE44FFC-8DD8-4487-8718-035D199F3906}" srcOrd="0" destOrd="0" presId="urn:microsoft.com/office/officeart/2018/2/layout/IconLabelList"/>
    <dgm:cxn modelId="{0DD95A0C-F080-4616-9FF6-EA64391EEBC9}" type="presParOf" srcId="{ADB5E46A-51A5-4E61-9A33-64556B08798C}" destId="{B6110450-654B-4794-BD6B-4FB6C6B7AD06}" srcOrd="1" destOrd="0" presId="urn:microsoft.com/office/officeart/2018/2/layout/IconLabelList"/>
    <dgm:cxn modelId="{8BB2E32A-6014-4854-BAC7-C87510A3F0C0}" type="presParOf" srcId="{ADB5E46A-51A5-4E61-9A33-64556B08798C}" destId="{06850187-3B15-478F-B9B5-C511DEA6883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6DDB9C2-9BA7-406B-87C0-120F85A1B39D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D5D7F56-D464-46BE-80E1-B872414EA691}">
      <dgm:prSet/>
      <dgm:spPr/>
      <dgm:t>
        <a:bodyPr/>
        <a:lstStyle/>
        <a:p>
          <a:r>
            <a:rPr lang="en-US"/>
            <a:t>25 flow-level statistical features – bytes, rates, entropy.</a:t>
          </a:r>
        </a:p>
      </dgm:t>
    </dgm:pt>
    <dgm:pt modelId="{D902B558-6997-414A-9898-EA92EC186AE7}" type="parTrans" cxnId="{A53503B5-73A4-4D7F-A178-F9207CDB72D3}">
      <dgm:prSet/>
      <dgm:spPr/>
      <dgm:t>
        <a:bodyPr/>
        <a:lstStyle/>
        <a:p>
          <a:endParaRPr lang="en-US"/>
        </a:p>
      </dgm:t>
    </dgm:pt>
    <dgm:pt modelId="{A48E6C46-1677-46B0-B70C-FE354EE373A9}" type="sibTrans" cxnId="{A53503B5-73A4-4D7F-A178-F9207CDB72D3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D8B615D6-26EC-413E-AEE4-586DEFC90B38}">
      <dgm:prSet/>
      <dgm:spPr/>
      <dgm:t>
        <a:bodyPr/>
        <a:lstStyle/>
        <a:p>
          <a:r>
            <a:rPr lang="en-US"/>
            <a:t>Pre-processing: StandardScaler + PCA (optional).</a:t>
          </a:r>
        </a:p>
      </dgm:t>
    </dgm:pt>
    <dgm:pt modelId="{3FC62463-6F0A-4515-A44D-FB9EEA1EAB6D}" type="parTrans" cxnId="{A23028CF-A5CE-4D1D-9F24-8470CE2EBAE4}">
      <dgm:prSet/>
      <dgm:spPr/>
      <dgm:t>
        <a:bodyPr/>
        <a:lstStyle/>
        <a:p>
          <a:endParaRPr lang="en-US"/>
        </a:p>
      </dgm:t>
    </dgm:pt>
    <dgm:pt modelId="{A62E2ABD-EF3B-418A-8251-F5F44F149F64}" type="sibTrans" cxnId="{A23028CF-A5CE-4D1D-9F24-8470CE2EBAE4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7D6E31D2-F377-4EFE-A7E4-832B1A8F504E}">
      <dgm:prSet/>
      <dgm:spPr/>
      <dgm:t>
        <a:bodyPr/>
        <a:lstStyle/>
        <a:p>
          <a:r>
            <a:rPr lang="en-US"/>
            <a:t>Class imbalance handled via Borderline-SMOTE (ratio = 0.1).</a:t>
          </a:r>
        </a:p>
      </dgm:t>
    </dgm:pt>
    <dgm:pt modelId="{2FE43F32-B6BB-4A87-A88E-AADE5068C018}" type="parTrans" cxnId="{629D0F2F-B261-4910-9A60-4BD6C2412F66}">
      <dgm:prSet/>
      <dgm:spPr/>
      <dgm:t>
        <a:bodyPr/>
        <a:lstStyle/>
        <a:p>
          <a:endParaRPr lang="en-US"/>
        </a:p>
      </dgm:t>
    </dgm:pt>
    <dgm:pt modelId="{EDEA1B9A-9F94-41F2-800C-3CCC3F56DB5C}" type="sibTrans" cxnId="{629D0F2F-B261-4910-9A60-4BD6C2412F66}">
      <dgm:prSet phldrT="03"/>
      <dgm:spPr/>
      <dgm:t>
        <a:bodyPr/>
        <a:lstStyle/>
        <a:p>
          <a:r>
            <a:rPr lang="en-US"/>
            <a:t>03</a:t>
          </a:r>
        </a:p>
      </dgm:t>
    </dgm:pt>
    <dgm:pt modelId="{20A2F478-B097-4505-BFD9-E7D71056739F}">
      <dgm:prSet/>
      <dgm:spPr/>
      <dgm:t>
        <a:bodyPr/>
        <a:lstStyle/>
        <a:p>
          <a:r>
            <a:rPr lang="en-US"/>
            <a:t>Ensemble voting improves minority recall by 4 %.</a:t>
          </a:r>
        </a:p>
      </dgm:t>
    </dgm:pt>
    <dgm:pt modelId="{F7987531-7179-4CD4-BA68-618C8844EB8D}" type="parTrans" cxnId="{96E17FDA-FF4E-4FE3-BA92-292B940E7312}">
      <dgm:prSet/>
      <dgm:spPr/>
      <dgm:t>
        <a:bodyPr/>
        <a:lstStyle/>
        <a:p>
          <a:endParaRPr lang="en-US"/>
        </a:p>
      </dgm:t>
    </dgm:pt>
    <dgm:pt modelId="{B3D7DBE8-9A32-4C89-9926-5C81BD42C091}" type="sibTrans" cxnId="{96E17FDA-FF4E-4FE3-BA92-292B940E7312}">
      <dgm:prSet phldrT="04"/>
      <dgm:spPr/>
      <dgm:t>
        <a:bodyPr/>
        <a:lstStyle/>
        <a:p>
          <a:r>
            <a:rPr lang="en-US"/>
            <a:t>04</a:t>
          </a:r>
        </a:p>
      </dgm:t>
    </dgm:pt>
    <dgm:pt modelId="{BBE30F0A-A76E-054B-B8FD-AB17AB5F5B63}" type="pres">
      <dgm:prSet presAssocID="{56DDB9C2-9BA7-406B-87C0-120F85A1B39D}" presName="Name0" presStyleCnt="0">
        <dgm:presLayoutVars>
          <dgm:animLvl val="lvl"/>
          <dgm:resizeHandles val="exact"/>
        </dgm:presLayoutVars>
      </dgm:prSet>
      <dgm:spPr/>
    </dgm:pt>
    <dgm:pt modelId="{830080DB-9336-6F47-86CB-E8F669BFD506}" type="pres">
      <dgm:prSet presAssocID="{0D5D7F56-D464-46BE-80E1-B872414EA691}" presName="compositeNode" presStyleCnt="0">
        <dgm:presLayoutVars>
          <dgm:bulletEnabled val="1"/>
        </dgm:presLayoutVars>
      </dgm:prSet>
      <dgm:spPr/>
    </dgm:pt>
    <dgm:pt modelId="{06F4A862-1DE9-9F4C-8472-6D11638E8440}" type="pres">
      <dgm:prSet presAssocID="{0D5D7F56-D464-46BE-80E1-B872414EA691}" presName="bgRect" presStyleLbl="alignNode1" presStyleIdx="0" presStyleCnt="4"/>
      <dgm:spPr/>
    </dgm:pt>
    <dgm:pt modelId="{D4C294BD-0511-594A-8792-EA8CCF93A88D}" type="pres">
      <dgm:prSet presAssocID="{A48E6C46-1677-46B0-B70C-FE354EE373A9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39D15206-B785-0043-AA54-96072133095C}" type="pres">
      <dgm:prSet presAssocID="{0D5D7F56-D464-46BE-80E1-B872414EA691}" presName="nodeRect" presStyleLbl="alignNode1" presStyleIdx="0" presStyleCnt="4">
        <dgm:presLayoutVars>
          <dgm:bulletEnabled val="1"/>
        </dgm:presLayoutVars>
      </dgm:prSet>
      <dgm:spPr/>
    </dgm:pt>
    <dgm:pt modelId="{8CD05455-C44C-0F4B-9EB9-50295EDA4B29}" type="pres">
      <dgm:prSet presAssocID="{A48E6C46-1677-46B0-B70C-FE354EE373A9}" presName="sibTrans" presStyleCnt="0"/>
      <dgm:spPr/>
    </dgm:pt>
    <dgm:pt modelId="{42CE29ED-9B5F-2A4C-9ECE-936B938378E6}" type="pres">
      <dgm:prSet presAssocID="{D8B615D6-26EC-413E-AEE4-586DEFC90B38}" presName="compositeNode" presStyleCnt="0">
        <dgm:presLayoutVars>
          <dgm:bulletEnabled val="1"/>
        </dgm:presLayoutVars>
      </dgm:prSet>
      <dgm:spPr/>
    </dgm:pt>
    <dgm:pt modelId="{B51DE06F-C299-DE40-9F3C-E3B847CA7AED}" type="pres">
      <dgm:prSet presAssocID="{D8B615D6-26EC-413E-AEE4-586DEFC90B38}" presName="bgRect" presStyleLbl="alignNode1" presStyleIdx="1" presStyleCnt="4"/>
      <dgm:spPr/>
    </dgm:pt>
    <dgm:pt modelId="{F9BF719A-0AB5-8C44-924C-6C1F41B473E2}" type="pres">
      <dgm:prSet presAssocID="{A62E2ABD-EF3B-418A-8251-F5F44F149F64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FE58A30F-C836-5F48-B182-56E3F9CF452C}" type="pres">
      <dgm:prSet presAssocID="{D8B615D6-26EC-413E-AEE4-586DEFC90B38}" presName="nodeRect" presStyleLbl="alignNode1" presStyleIdx="1" presStyleCnt="4">
        <dgm:presLayoutVars>
          <dgm:bulletEnabled val="1"/>
        </dgm:presLayoutVars>
      </dgm:prSet>
      <dgm:spPr/>
    </dgm:pt>
    <dgm:pt modelId="{EBD8ACB4-DA82-084E-824F-6B05235528D0}" type="pres">
      <dgm:prSet presAssocID="{A62E2ABD-EF3B-418A-8251-F5F44F149F64}" presName="sibTrans" presStyleCnt="0"/>
      <dgm:spPr/>
    </dgm:pt>
    <dgm:pt modelId="{D79FB0D7-C799-BC42-9522-52D4C1F34E97}" type="pres">
      <dgm:prSet presAssocID="{7D6E31D2-F377-4EFE-A7E4-832B1A8F504E}" presName="compositeNode" presStyleCnt="0">
        <dgm:presLayoutVars>
          <dgm:bulletEnabled val="1"/>
        </dgm:presLayoutVars>
      </dgm:prSet>
      <dgm:spPr/>
    </dgm:pt>
    <dgm:pt modelId="{1E54DA5F-84F4-224C-9964-D2496F95FF55}" type="pres">
      <dgm:prSet presAssocID="{7D6E31D2-F377-4EFE-A7E4-832B1A8F504E}" presName="bgRect" presStyleLbl="alignNode1" presStyleIdx="2" presStyleCnt="4"/>
      <dgm:spPr/>
    </dgm:pt>
    <dgm:pt modelId="{084B57F5-A9F9-9345-9843-7D497A9BBF0E}" type="pres">
      <dgm:prSet presAssocID="{EDEA1B9A-9F94-41F2-800C-3CCC3F56DB5C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B5559E9E-992B-5D45-AA70-E600E2E0B852}" type="pres">
      <dgm:prSet presAssocID="{7D6E31D2-F377-4EFE-A7E4-832B1A8F504E}" presName="nodeRect" presStyleLbl="alignNode1" presStyleIdx="2" presStyleCnt="4">
        <dgm:presLayoutVars>
          <dgm:bulletEnabled val="1"/>
        </dgm:presLayoutVars>
      </dgm:prSet>
      <dgm:spPr/>
    </dgm:pt>
    <dgm:pt modelId="{69AAF572-B343-3343-BF4F-01A2BEF80F6E}" type="pres">
      <dgm:prSet presAssocID="{EDEA1B9A-9F94-41F2-800C-3CCC3F56DB5C}" presName="sibTrans" presStyleCnt="0"/>
      <dgm:spPr/>
    </dgm:pt>
    <dgm:pt modelId="{001BA4F5-F775-094E-8EF7-3589168EEF15}" type="pres">
      <dgm:prSet presAssocID="{20A2F478-B097-4505-BFD9-E7D71056739F}" presName="compositeNode" presStyleCnt="0">
        <dgm:presLayoutVars>
          <dgm:bulletEnabled val="1"/>
        </dgm:presLayoutVars>
      </dgm:prSet>
      <dgm:spPr/>
    </dgm:pt>
    <dgm:pt modelId="{39D769F4-4C5E-534B-8104-DC1C9263024C}" type="pres">
      <dgm:prSet presAssocID="{20A2F478-B097-4505-BFD9-E7D71056739F}" presName="bgRect" presStyleLbl="alignNode1" presStyleIdx="3" presStyleCnt="4"/>
      <dgm:spPr/>
    </dgm:pt>
    <dgm:pt modelId="{5A70BBDF-5C51-0F41-996C-999CC2B1AC45}" type="pres">
      <dgm:prSet presAssocID="{B3D7DBE8-9A32-4C89-9926-5C81BD42C091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F00BB596-F3D1-2F45-B896-94510E714C58}" type="pres">
      <dgm:prSet presAssocID="{20A2F478-B097-4505-BFD9-E7D71056739F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629D0F2F-B261-4910-9A60-4BD6C2412F66}" srcId="{56DDB9C2-9BA7-406B-87C0-120F85A1B39D}" destId="{7D6E31D2-F377-4EFE-A7E4-832B1A8F504E}" srcOrd="2" destOrd="0" parTransId="{2FE43F32-B6BB-4A87-A88E-AADE5068C018}" sibTransId="{EDEA1B9A-9F94-41F2-800C-3CCC3F56DB5C}"/>
    <dgm:cxn modelId="{0473E53D-4DB1-F245-BAD3-B06A2B78B91F}" type="presOf" srcId="{A48E6C46-1677-46B0-B70C-FE354EE373A9}" destId="{D4C294BD-0511-594A-8792-EA8CCF93A88D}" srcOrd="0" destOrd="0" presId="urn:microsoft.com/office/officeart/2016/7/layout/LinearBlockProcessNumbered"/>
    <dgm:cxn modelId="{E37B8C3E-22AA-DC4D-923C-78D6B6A13D68}" type="presOf" srcId="{56DDB9C2-9BA7-406B-87C0-120F85A1B39D}" destId="{BBE30F0A-A76E-054B-B8FD-AB17AB5F5B63}" srcOrd="0" destOrd="0" presId="urn:microsoft.com/office/officeart/2016/7/layout/LinearBlockProcessNumbered"/>
    <dgm:cxn modelId="{95A3CB5D-9668-DF46-9F94-F5AC3A6E0D4A}" type="presOf" srcId="{EDEA1B9A-9F94-41F2-800C-3CCC3F56DB5C}" destId="{084B57F5-A9F9-9345-9843-7D497A9BBF0E}" srcOrd="0" destOrd="0" presId="urn:microsoft.com/office/officeart/2016/7/layout/LinearBlockProcessNumbered"/>
    <dgm:cxn modelId="{642E0367-2382-C640-AA17-9237E0CFFAC5}" type="presOf" srcId="{D8B615D6-26EC-413E-AEE4-586DEFC90B38}" destId="{FE58A30F-C836-5F48-B182-56E3F9CF452C}" srcOrd="1" destOrd="0" presId="urn:microsoft.com/office/officeart/2016/7/layout/LinearBlockProcessNumbered"/>
    <dgm:cxn modelId="{EA279882-B91B-0744-8EB3-92BDD0A77B0F}" type="presOf" srcId="{0D5D7F56-D464-46BE-80E1-B872414EA691}" destId="{39D15206-B785-0043-AA54-96072133095C}" srcOrd="1" destOrd="0" presId="urn:microsoft.com/office/officeart/2016/7/layout/LinearBlockProcessNumbered"/>
    <dgm:cxn modelId="{2EBA8C97-1BFC-2C4D-98C9-57AB333F24D3}" type="presOf" srcId="{D8B615D6-26EC-413E-AEE4-586DEFC90B38}" destId="{B51DE06F-C299-DE40-9F3C-E3B847CA7AED}" srcOrd="0" destOrd="0" presId="urn:microsoft.com/office/officeart/2016/7/layout/LinearBlockProcessNumbered"/>
    <dgm:cxn modelId="{0F8206A5-FC92-CC41-8C0B-2846C28B610C}" type="presOf" srcId="{7D6E31D2-F377-4EFE-A7E4-832B1A8F504E}" destId="{B5559E9E-992B-5D45-AA70-E600E2E0B852}" srcOrd="1" destOrd="0" presId="urn:microsoft.com/office/officeart/2016/7/layout/LinearBlockProcessNumbered"/>
    <dgm:cxn modelId="{A53503B5-73A4-4D7F-A178-F9207CDB72D3}" srcId="{56DDB9C2-9BA7-406B-87C0-120F85A1B39D}" destId="{0D5D7F56-D464-46BE-80E1-B872414EA691}" srcOrd="0" destOrd="0" parTransId="{D902B558-6997-414A-9898-EA92EC186AE7}" sibTransId="{A48E6C46-1677-46B0-B70C-FE354EE373A9}"/>
    <dgm:cxn modelId="{85CAE7CE-4800-3042-A39B-B662A1A07B68}" type="presOf" srcId="{20A2F478-B097-4505-BFD9-E7D71056739F}" destId="{F00BB596-F3D1-2F45-B896-94510E714C58}" srcOrd="1" destOrd="0" presId="urn:microsoft.com/office/officeart/2016/7/layout/LinearBlockProcessNumbered"/>
    <dgm:cxn modelId="{A23028CF-A5CE-4D1D-9F24-8470CE2EBAE4}" srcId="{56DDB9C2-9BA7-406B-87C0-120F85A1B39D}" destId="{D8B615D6-26EC-413E-AEE4-586DEFC90B38}" srcOrd="1" destOrd="0" parTransId="{3FC62463-6F0A-4515-A44D-FB9EEA1EAB6D}" sibTransId="{A62E2ABD-EF3B-418A-8251-F5F44F149F64}"/>
    <dgm:cxn modelId="{96E17FDA-FF4E-4FE3-BA92-292B940E7312}" srcId="{56DDB9C2-9BA7-406B-87C0-120F85A1B39D}" destId="{20A2F478-B097-4505-BFD9-E7D71056739F}" srcOrd="3" destOrd="0" parTransId="{F7987531-7179-4CD4-BA68-618C8844EB8D}" sibTransId="{B3D7DBE8-9A32-4C89-9926-5C81BD42C091}"/>
    <dgm:cxn modelId="{C17B23DB-0BCF-424E-B2BD-8DC7321D779C}" type="presOf" srcId="{0D5D7F56-D464-46BE-80E1-B872414EA691}" destId="{06F4A862-1DE9-9F4C-8472-6D11638E8440}" srcOrd="0" destOrd="0" presId="urn:microsoft.com/office/officeart/2016/7/layout/LinearBlockProcessNumbered"/>
    <dgm:cxn modelId="{6D2549E1-5208-6240-AE1F-57AD3764E620}" type="presOf" srcId="{B3D7DBE8-9A32-4C89-9926-5C81BD42C091}" destId="{5A70BBDF-5C51-0F41-996C-999CC2B1AC45}" srcOrd="0" destOrd="0" presId="urn:microsoft.com/office/officeart/2016/7/layout/LinearBlockProcessNumbered"/>
    <dgm:cxn modelId="{558CABE4-99F0-574F-8CDB-5E5088DC7A13}" type="presOf" srcId="{7D6E31D2-F377-4EFE-A7E4-832B1A8F504E}" destId="{1E54DA5F-84F4-224C-9964-D2496F95FF55}" srcOrd="0" destOrd="0" presId="urn:microsoft.com/office/officeart/2016/7/layout/LinearBlockProcessNumbered"/>
    <dgm:cxn modelId="{D38E34EC-33DC-934C-842B-ADAFBCC6539C}" type="presOf" srcId="{A62E2ABD-EF3B-418A-8251-F5F44F149F64}" destId="{F9BF719A-0AB5-8C44-924C-6C1F41B473E2}" srcOrd="0" destOrd="0" presId="urn:microsoft.com/office/officeart/2016/7/layout/LinearBlockProcessNumbered"/>
    <dgm:cxn modelId="{BE7ABEFA-9390-E547-9CF0-D2736183B993}" type="presOf" srcId="{20A2F478-B097-4505-BFD9-E7D71056739F}" destId="{39D769F4-4C5E-534B-8104-DC1C9263024C}" srcOrd="0" destOrd="0" presId="urn:microsoft.com/office/officeart/2016/7/layout/LinearBlockProcessNumbered"/>
    <dgm:cxn modelId="{F493FD83-161A-F24E-B7BB-322C557E7803}" type="presParOf" srcId="{BBE30F0A-A76E-054B-B8FD-AB17AB5F5B63}" destId="{830080DB-9336-6F47-86CB-E8F669BFD506}" srcOrd="0" destOrd="0" presId="urn:microsoft.com/office/officeart/2016/7/layout/LinearBlockProcessNumbered"/>
    <dgm:cxn modelId="{83A023A1-DE30-1144-83F0-402F0A7DC47A}" type="presParOf" srcId="{830080DB-9336-6F47-86CB-E8F669BFD506}" destId="{06F4A862-1DE9-9F4C-8472-6D11638E8440}" srcOrd="0" destOrd="0" presId="urn:microsoft.com/office/officeart/2016/7/layout/LinearBlockProcessNumbered"/>
    <dgm:cxn modelId="{B493CC9A-9CCF-A74F-98D5-B8F1A4F57F98}" type="presParOf" srcId="{830080DB-9336-6F47-86CB-E8F669BFD506}" destId="{D4C294BD-0511-594A-8792-EA8CCF93A88D}" srcOrd="1" destOrd="0" presId="urn:microsoft.com/office/officeart/2016/7/layout/LinearBlockProcessNumbered"/>
    <dgm:cxn modelId="{ECE9735F-403D-384E-A3D0-FE89EEED525E}" type="presParOf" srcId="{830080DB-9336-6F47-86CB-E8F669BFD506}" destId="{39D15206-B785-0043-AA54-96072133095C}" srcOrd="2" destOrd="0" presId="urn:microsoft.com/office/officeart/2016/7/layout/LinearBlockProcessNumbered"/>
    <dgm:cxn modelId="{7C464262-92FC-1643-A8AE-50D7C66C4B50}" type="presParOf" srcId="{BBE30F0A-A76E-054B-B8FD-AB17AB5F5B63}" destId="{8CD05455-C44C-0F4B-9EB9-50295EDA4B29}" srcOrd="1" destOrd="0" presId="urn:microsoft.com/office/officeart/2016/7/layout/LinearBlockProcessNumbered"/>
    <dgm:cxn modelId="{04F4200F-B393-B242-80FE-573557997EC4}" type="presParOf" srcId="{BBE30F0A-A76E-054B-B8FD-AB17AB5F5B63}" destId="{42CE29ED-9B5F-2A4C-9ECE-936B938378E6}" srcOrd="2" destOrd="0" presId="urn:microsoft.com/office/officeart/2016/7/layout/LinearBlockProcessNumbered"/>
    <dgm:cxn modelId="{529C8A7D-40F6-ED43-9327-6C85A24CAC07}" type="presParOf" srcId="{42CE29ED-9B5F-2A4C-9ECE-936B938378E6}" destId="{B51DE06F-C299-DE40-9F3C-E3B847CA7AED}" srcOrd="0" destOrd="0" presId="urn:microsoft.com/office/officeart/2016/7/layout/LinearBlockProcessNumbered"/>
    <dgm:cxn modelId="{C3828C92-6A77-0B44-A40D-D0F1F2C276B0}" type="presParOf" srcId="{42CE29ED-9B5F-2A4C-9ECE-936B938378E6}" destId="{F9BF719A-0AB5-8C44-924C-6C1F41B473E2}" srcOrd="1" destOrd="0" presId="urn:microsoft.com/office/officeart/2016/7/layout/LinearBlockProcessNumbered"/>
    <dgm:cxn modelId="{EDA523CB-7965-9A4E-8DE9-CB6FC68CB1F1}" type="presParOf" srcId="{42CE29ED-9B5F-2A4C-9ECE-936B938378E6}" destId="{FE58A30F-C836-5F48-B182-56E3F9CF452C}" srcOrd="2" destOrd="0" presId="urn:microsoft.com/office/officeart/2016/7/layout/LinearBlockProcessNumbered"/>
    <dgm:cxn modelId="{420F53B9-8F19-154B-8EF0-B571499D06DD}" type="presParOf" srcId="{BBE30F0A-A76E-054B-B8FD-AB17AB5F5B63}" destId="{EBD8ACB4-DA82-084E-824F-6B05235528D0}" srcOrd="3" destOrd="0" presId="urn:microsoft.com/office/officeart/2016/7/layout/LinearBlockProcessNumbered"/>
    <dgm:cxn modelId="{F974916A-D873-8B43-B28F-51702506FFFE}" type="presParOf" srcId="{BBE30F0A-A76E-054B-B8FD-AB17AB5F5B63}" destId="{D79FB0D7-C799-BC42-9522-52D4C1F34E97}" srcOrd="4" destOrd="0" presId="urn:microsoft.com/office/officeart/2016/7/layout/LinearBlockProcessNumbered"/>
    <dgm:cxn modelId="{F62AA12F-2E55-AA45-A7A7-FCB641E719EC}" type="presParOf" srcId="{D79FB0D7-C799-BC42-9522-52D4C1F34E97}" destId="{1E54DA5F-84F4-224C-9964-D2496F95FF55}" srcOrd="0" destOrd="0" presId="urn:microsoft.com/office/officeart/2016/7/layout/LinearBlockProcessNumbered"/>
    <dgm:cxn modelId="{048450C4-D7FC-C14F-B121-ED6DD05788D2}" type="presParOf" srcId="{D79FB0D7-C799-BC42-9522-52D4C1F34E97}" destId="{084B57F5-A9F9-9345-9843-7D497A9BBF0E}" srcOrd="1" destOrd="0" presId="urn:microsoft.com/office/officeart/2016/7/layout/LinearBlockProcessNumbered"/>
    <dgm:cxn modelId="{4DB02DAA-9EB4-AB40-A39E-73DAAF243EAE}" type="presParOf" srcId="{D79FB0D7-C799-BC42-9522-52D4C1F34E97}" destId="{B5559E9E-992B-5D45-AA70-E600E2E0B852}" srcOrd="2" destOrd="0" presId="urn:microsoft.com/office/officeart/2016/7/layout/LinearBlockProcessNumbered"/>
    <dgm:cxn modelId="{991D4F38-6069-1348-930A-95A874502594}" type="presParOf" srcId="{BBE30F0A-A76E-054B-B8FD-AB17AB5F5B63}" destId="{69AAF572-B343-3343-BF4F-01A2BEF80F6E}" srcOrd="5" destOrd="0" presId="urn:microsoft.com/office/officeart/2016/7/layout/LinearBlockProcessNumbered"/>
    <dgm:cxn modelId="{5F16CDED-D708-9D4B-802F-5832F3A0FF8B}" type="presParOf" srcId="{BBE30F0A-A76E-054B-B8FD-AB17AB5F5B63}" destId="{001BA4F5-F775-094E-8EF7-3589168EEF15}" srcOrd="6" destOrd="0" presId="urn:microsoft.com/office/officeart/2016/7/layout/LinearBlockProcessNumbered"/>
    <dgm:cxn modelId="{3E73C227-6775-3843-8DE6-916E7691F7B9}" type="presParOf" srcId="{001BA4F5-F775-094E-8EF7-3589168EEF15}" destId="{39D769F4-4C5E-534B-8104-DC1C9263024C}" srcOrd="0" destOrd="0" presId="urn:microsoft.com/office/officeart/2016/7/layout/LinearBlockProcessNumbered"/>
    <dgm:cxn modelId="{380D5231-BE18-5148-AE3D-74EEEF6BD8D0}" type="presParOf" srcId="{001BA4F5-F775-094E-8EF7-3589168EEF15}" destId="{5A70BBDF-5C51-0F41-996C-999CC2B1AC45}" srcOrd="1" destOrd="0" presId="urn:microsoft.com/office/officeart/2016/7/layout/LinearBlockProcessNumbered"/>
    <dgm:cxn modelId="{0636896E-9E2F-624C-A66F-7C4BEC196567}" type="presParOf" srcId="{001BA4F5-F775-094E-8EF7-3589168EEF15}" destId="{F00BB596-F3D1-2F45-B896-94510E714C58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83D7399-CDB5-4EAD-9460-2455FD471909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FC19FBA-992B-47DC-8754-1DDA09E0A927}">
      <dgm:prSet/>
      <dgm:spPr/>
      <dgm:t>
        <a:bodyPr/>
        <a:lstStyle/>
        <a:p>
          <a:pPr>
            <a:defRPr cap="all"/>
          </a:pPr>
          <a:r>
            <a:rPr lang="en-US"/>
            <a:t>Iteration-1: DPDK listener hit hardware constraints on laptops.</a:t>
          </a:r>
        </a:p>
      </dgm:t>
    </dgm:pt>
    <dgm:pt modelId="{0EB14DC5-6183-4D9E-994C-8B2F01BC4528}" type="parTrans" cxnId="{9E32E2B9-8523-4539-B378-E662F5E286C6}">
      <dgm:prSet/>
      <dgm:spPr/>
      <dgm:t>
        <a:bodyPr/>
        <a:lstStyle/>
        <a:p>
          <a:endParaRPr lang="en-US"/>
        </a:p>
      </dgm:t>
    </dgm:pt>
    <dgm:pt modelId="{95BBD252-B0E8-444E-B13B-74271574F687}" type="sibTrans" cxnId="{9E32E2B9-8523-4539-B378-E662F5E286C6}">
      <dgm:prSet/>
      <dgm:spPr/>
      <dgm:t>
        <a:bodyPr/>
        <a:lstStyle/>
        <a:p>
          <a:endParaRPr lang="en-US"/>
        </a:p>
      </dgm:t>
    </dgm:pt>
    <dgm:pt modelId="{284BA195-F6DF-4355-A7B1-69A28CE3DC12}">
      <dgm:prSet/>
      <dgm:spPr/>
      <dgm:t>
        <a:bodyPr/>
        <a:lstStyle/>
        <a:p>
          <a:pPr>
            <a:defRPr cap="all"/>
          </a:pPr>
          <a:r>
            <a:rPr lang="en-US"/>
            <a:t>Iteration-2: Scapy sniffer restored portability with 2 Gbps cap.</a:t>
          </a:r>
        </a:p>
      </dgm:t>
    </dgm:pt>
    <dgm:pt modelId="{2DFA5201-DC0F-4BDC-B3F8-96B084F53EA7}" type="parTrans" cxnId="{93FA63ED-2629-4101-AB51-B6D3A77C77F4}">
      <dgm:prSet/>
      <dgm:spPr/>
      <dgm:t>
        <a:bodyPr/>
        <a:lstStyle/>
        <a:p>
          <a:endParaRPr lang="en-US"/>
        </a:p>
      </dgm:t>
    </dgm:pt>
    <dgm:pt modelId="{18800E82-8662-42E3-BBF2-A1FAB0F02B51}" type="sibTrans" cxnId="{93FA63ED-2629-4101-AB51-B6D3A77C77F4}">
      <dgm:prSet/>
      <dgm:spPr/>
      <dgm:t>
        <a:bodyPr/>
        <a:lstStyle/>
        <a:p>
          <a:endParaRPr lang="en-US"/>
        </a:p>
      </dgm:t>
    </dgm:pt>
    <dgm:pt modelId="{04BD2969-3EDE-401D-B87A-B17D9A027F16}">
      <dgm:prSet/>
      <dgm:spPr/>
      <dgm:t>
        <a:bodyPr/>
        <a:lstStyle/>
        <a:p>
          <a:pPr>
            <a:defRPr cap="all"/>
          </a:pPr>
          <a:r>
            <a:rPr lang="en-US"/>
            <a:t>Adaptive abstraction selects best driver per deployment.</a:t>
          </a:r>
        </a:p>
      </dgm:t>
    </dgm:pt>
    <dgm:pt modelId="{7EBE8C52-0577-444B-A39B-31C3D8C8CE75}" type="parTrans" cxnId="{C593C462-42FB-4A6F-BA52-F322ED517A5D}">
      <dgm:prSet/>
      <dgm:spPr/>
      <dgm:t>
        <a:bodyPr/>
        <a:lstStyle/>
        <a:p>
          <a:endParaRPr lang="en-US"/>
        </a:p>
      </dgm:t>
    </dgm:pt>
    <dgm:pt modelId="{F985CE5E-71A5-457C-99AE-4956EE5A584C}" type="sibTrans" cxnId="{C593C462-42FB-4A6F-BA52-F322ED517A5D}">
      <dgm:prSet/>
      <dgm:spPr/>
      <dgm:t>
        <a:bodyPr/>
        <a:lstStyle/>
        <a:p>
          <a:endParaRPr lang="en-US"/>
        </a:p>
      </dgm:t>
    </dgm:pt>
    <dgm:pt modelId="{313870D0-0AE1-4E55-B05F-FC9D767AAA33}">
      <dgm:prSet/>
      <dgm:spPr/>
      <dgm:t>
        <a:bodyPr/>
        <a:lstStyle/>
        <a:p>
          <a:pPr>
            <a:defRPr cap="all"/>
          </a:pPr>
          <a:r>
            <a:rPr lang="en-US"/>
            <a:t>Both emit identical framed JSON for downstream parity.</a:t>
          </a:r>
        </a:p>
      </dgm:t>
    </dgm:pt>
    <dgm:pt modelId="{E32A839E-3CCC-43D0-8859-57CB15F85A21}" type="parTrans" cxnId="{54F38B17-3C86-4D32-B334-E3CB7B682E61}">
      <dgm:prSet/>
      <dgm:spPr/>
      <dgm:t>
        <a:bodyPr/>
        <a:lstStyle/>
        <a:p>
          <a:endParaRPr lang="en-US"/>
        </a:p>
      </dgm:t>
    </dgm:pt>
    <dgm:pt modelId="{9E00E4CF-F5C8-41BE-8C9D-7FBC0FC26C69}" type="sibTrans" cxnId="{54F38B17-3C86-4D32-B334-E3CB7B682E61}">
      <dgm:prSet/>
      <dgm:spPr/>
      <dgm:t>
        <a:bodyPr/>
        <a:lstStyle/>
        <a:p>
          <a:endParaRPr lang="en-US"/>
        </a:p>
      </dgm:t>
    </dgm:pt>
    <dgm:pt modelId="{5E2E1C88-111D-4603-B188-562F7DB970F6}" type="pres">
      <dgm:prSet presAssocID="{083D7399-CDB5-4EAD-9460-2455FD471909}" presName="root" presStyleCnt="0">
        <dgm:presLayoutVars>
          <dgm:dir/>
          <dgm:resizeHandles val="exact"/>
        </dgm:presLayoutVars>
      </dgm:prSet>
      <dgm:spPr/>
    </dgm:pt>
    <dgm:pt modelId="{64B00D20-20EE-49B8-BFD4-5CA0E34B0D8D}" type="pres">
      <dgm:prSet presAssocID="{BFC19FBA-992B-47DC-8754-1DDA09E0A927}" presName="compNode" presStyleCnt="0"/>
      <dgm:spPr/>
    </dgm:pt>
    <dgm:pt modelId="{31F99775-BCF8-4F21-BFF1-34AC83AEF55A}" type="pres">
      <dgm:prSet presAssocID="{BFC19FBA-992B-47DC-8754-1DDA09E0A927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A27BFF4-0202-4331-88FA-07F55FD76826}" type="pres">
      <dgm:prSet presAssocID="{BFC19FBA-992B-47DC-8754-1DDA09E0A92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F6DEC243-CF58-411E-9C7F-572308B18CB6}" type="pres">
      <dgm:prSet presAssocID="{BFC19FBA-992B-47DC-8754-1DDA09E0A927}" presName="spaceRect" presStyleCnt="0"/>
      <dgm:spPr/>
    </dgm:pt>
    <dgm:pt modelId="{2F57FB6A-E244-4B1C-B09B-8D8D279F1782}" type="pres">
      <dgm:prSet presAssocID="{BFC19FBA-992B-47DC-8754-1DDA09E0A927}" presName="textRect" presStyleLbl="revTx" presStyleIdx="0" presStyleCnt="4">
        <dgm:presLayoutVars>
          <dgm:chMax val="1"/>
          <dgm:chPref val="1"/>
        </dgm:presLayoutVars>
      </dgm:prSet>
      <dgm:spPr/>
    </dgm:pt>
    <dgm:pt modelId="{A4BF5FDC-9D03-4DA3-86D2-3E460EA6176A}" type="pres">
      <dgm:prSet presAssocID="{95BBD252-B0E8-444E-B13B-74271574F687}" presName="sibTrans" presStyleCnt="0"/>
      <dgm:spPr/>
    </dgm:pt>
    <dgm:pt modelId="{D437E039-95C8-4D96-A64F-BB7603D22470}" type="pres">
      <dgm:prSet presAssocID="{284BA195-F6DF-4355-A7B1-69A28CE3DC12}" presName="compNode" presStyleCnt="0"/>
      <dgm:spPr/>
    </dgm:pt>
    <dgm:pt modelId="{FD6E1482-F7E9-4776-8E92-A159B2DC7D4C}" type="pres">
      <dgm:prSet presAssocID="{284BA195-F6DF-4355-A7B1-69A28CE3DC12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9E49C71A-07B3-4E54-B421-CFFE3CBD5746}" type="pres">
      <dgm:prSet presAssocID="{284BA195-F6DF-4355-A7B1-69A28CE3DC1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7EDAD5C9-1157-4680-B35B-DC834242573F}" type="pres">
      <dgm:prSet presAssocID="{284BA195-F6DF-4355-A7B1-69A28CE3DC12}" presName="spaceRect" presStyleCnt="0"/>
      <dgm:spPr/>
    </dgm:pt>
    <dgm:pt modelId="{04BAA763-9F64-4D07-B863-EECAACF7196E}" type="pres">
      <dgm:prSet presAssocID="{284BA195-F6DF-4355-A7B1-69A28CE3DC12}" presName="textRect" presStyleLbl="revTx" presStyleIdx="1" presStyleCnt="4">
        <dgm:presLayoutVars>
          <dgm:chMax val="1"/>
          <dgm:chPref val="1"/>
        </dgm:presLayoutVars>
      </dgm:prSet>
      <dgm:spPr/>
    </dgm:pt>
    <dgm:pt modelId="{A5B8CB9A-C684-4C64-AE6C-5657B73C0547}" type="pres">
      <dgm:prSet presAssocID="{18800E82-8662-42E3-BBF2-A1FAB0F02B51}" presName="sibTrans" presStyleCnt="0"/>
      <dgm:spPr/>
    </dgm:pt>
    <dgm:pt modelId="{06103C3F-4991-472C-9B20-5A9326424B45}" type="pres">
      <dgm:prSet presAssocID="{04BD2969-3EDE-401D-B87A-B17D9A027F16}" presName="compNode" presStyleCnt="0"/>
      <dgm:spPr/>
    </dgm:pt>
    <dgm:pt modelId="{DBE98911-809E-4081-A4B4-8EC01845BDB1}" type="pres">
      <dgm:prSet presAssocID="{04BD2969-3EDE-401D-B87A-B17D9A027F16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89AA934B-76DD-4391-8F40-0D6215675183}" type="pres">
      <dgm:prSet presAssocID="{04BD2969-3EDE-401D-B87A-B17D9A027F1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21F0510-43AE-4D6C-BDBF-56E0D032DE8E}" type="pres">
      <dgm:prSet presAssocID="{04BD2969-3EDE-401D-B87A-B17D9A027F16}" presName="spaceRect" presStyleCnt="0"/>
      <dgm:spPr/>
    </dgm:pt>
    <dgm:pt modelId="{255E3A95-4777-4E92-8385-4C0D5468F721}" type="pres">
      <dgm:prSet presAssocID="{04BD2969-3EDE-401D-B87A-B17D9A027F16}" presName="textRect" presStyleLbl="revTx" presStyleIdx="2" presStyleCnt="4">
        <dgm:presLayoutVars>
          <dgm:chMax val="1"/>
          <dgm:chPref val="1"/>
        </dgm:presLayoutVars>
      </dgm:prSet>
      <dgm:spPr/>
    </dgm:pt>
    <dgm:pt modelId="{BE891E44-6ECB-440B-94B7-B0F798AE11A8}" type="pres">
      <dgm:prSet presAssocID="{F985CE5E-71A5-457C-99AE-4956EE5A584C}" presName="sibTrans" presStyleCnt="0"/>
      <dgm:spPr/>
    </dgm:pt>
    <dgm:pt modelId="{601BE1DB-2791-44B8-AFF8-D4634DF5C134}" type="pres">
      <dgm:prSet presAssocID="{313870D0-0AE1-4E55-B05F-FC9D767AAA33}" presName="compNode" presStyleCnt="0"/>
      <dgm:spPr/>
    </dgm:pt>
    <dgm:pt modelId="{73E86EB2-B3E5-4BAE-BCEA-7E3DCB722BAB}" type="pres">
      <dgm:prSet presAssocID="{313870D0-0AE1-4E55-B05F-FC9D767AAA33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381F31AA-E9A5-4B99-AC57-207B3F9683FC}" type="pres">
      <dgm:prSet presAssocID="{313870D0-0AE1-4E55-B05F-FC9D767AAA3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F1AAA53E-2384-45CB-9F31-2C02E94F462C}" type="pres">
      <dgm:prSet presAssocID="{313870D0-0AE1-4E55-B05F-FC9D767AAA33}" presName="spaceRect" presStyleCnt="0"/>
      <dgm:spPr/>
    </dgm:pt>
    <dgm:pt modelId="{E91703D5-6800-49CF-AF85-E06CE6E40C9C}" type="pres">
      <dgm:prSet presAssocID="{313870D0-0AE1-4E55-B05F-FC9D767AAA3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197370F-C44B-45AD-B313-CE0854D2B14E}" type="presOf" srcId="{083D7399-CDB5-4EAD-9460-2455FD471909}" destId="{5E2E1C88-111D-4603-B188-562F7DB970F6}" srcOrd="0" destOrd="0" presId="urn:microsoft.com/office/officeart/2018/5/layout/IconLeafLabelList"/>
    <dgm:cxn modelId="{54F38B17-3C86-4D32-B334-E3CB7B682E61}" srcId="{083D7399-CDB5-4EAD-9460-2455FD471909}" destId="{313870D0-0AE1-4E55-B05F-FC9D767AAA33}" srcOrd="3" destOrd="0" parTransId="{E32A839E-3CCC-43D0-8859-57CB15F85A21}" sibTransId="{9E00E4CF-F5C8-41BE-8C9D-7FBC0FC26C69}"/>
    <dgm:cxn modelId="{06933132-13BB-4520-B043-88A7F7E35A4E}" type="presOf" srcId="{313870D0-0AE1-4E55-B05F-FC9D767AAA33}" destId="{E91703D5-6800-49CF-AF85-E06CE6E40C9C}" srcOrd="0" destOrd="0" presId="urn:microsoft.com/office/officeart/2018/5/layout/IconLeafLabelList"/>
    <dgm:cxn modelId="{C87C3C33-0B10-45D5-BDB3-7535A842F1AA}" type="presOf" srcId="{04BD2969-3EDE-401D-B87A-B17D9A027F16}" destId="{255E3A95-4777-4E92-8385-4C0D5468F721}" srcOrd="0" destOrd="0" presId="urn:microsoft.com/office/officeart/2018/5/layout/IconLeafLabelList"/>
    <dgm:cxn modelId="{D29EB94D-71A2-4387-854E-C203A937F599}" type="presOf" srcId="{BFC19FBA-992B-47DC-8754-1DDA09E0A927}" destId="{2F57FB6A-E244-4B1C-B09B-8D8D279F1782}" srcOrd="0" destOrd="0" presId="urn:microsoft.com/office/officeart/2018/5/layout/IconLeafLabelList"/>
    <dgm:cxn modelId="{C593C462-42FB-4A6F-BA52-F322ED517A5D}" srcId="{083D7399-CDB5-4EAD-9460-2455FD471909}" destId="{04BD2969-3EDE-401D-B87A-B17D9A027F16}" srcOrd="2" destOrd="0" parTransId="{7EBE8C52-0577-444B-A39B-31C3D8C8CE75}" sibTransId="{F985CE5E-71A5-457C-99AE-4956EE5A584C}"/>
    <dgm:cxn modelId="{BC90446C-B80D-4C08-93E9-01789200D7CA}" type="presOf" srcId="{284BA195-F6DF-4355-A7B1-69A28CE3DC12}" destId="{04BAA763-9F64-4D07-B863-EECAACF7196E}" srcOrd="0" destOrd="0" presId="urn:microsoft.com/office/officeart/2018/5/layout/IconLeafLabelList"/>
    <dgm:cxn modelId="{9E32E2B9-8523-4539-B378-E662F5E286C6}" srcId="{083D7399-CDB5-4EAD-9460-2455FD471909}" destId="{BFC19FBA-992B-47DC-8754-1DDA09E0A927}" srcOrd="0" destOrd="0" parTransId="{0EB14DC5-6183-4D9E-994C-8B2F01BC4528}" sibTransId="{95BBD252-B0E8-444E-B13B-74271574F687}"/>
    <dgm:cxn modelId="{93FA63ED-2629-4101-AB51-B6D3A77C77F4}" srcId="{083D7399-CDB5-4EAD-9460-2455FD471909}" destId="{284BA195-F6DF-4355-A7B1-69A28CE3DC12}" srcOrd="1" destOrd="0" parTransId="{2DFA5201-DC0F-4BDC-B3F8-96B084F53EA7}" sibTransId="{18800E82-8662-42E3-BBF2-A1FAB0F02B51}"/>
    <dgm:cxn modelId="{74BDC35C-4972-4BFA-9931-335BAE69401C}" type="presParOf" srcId="{5E2E1C88-111D-4603-B188-562F7DB970F6}" destId="{64B00D20-20EE-49B8-BFD4-5CA0E34B0D8D}" srcOrd="0" destOrd="0" presId="urn:microsoft.com/office/officeart/2018/5/layout/IconLeafLabelList"/>
    <dgm:cxn modelId="{98F2EC90-FFCA-4289-8B9F-92F50CC3C731}" type="presParOf" srcId="{64B00D20-20EE-49B8-BFD4-5CA0E34B0D8D}" destId="{31F99775-BCF8-4F21-BFF1-34AC83AEF55A}" srcOrd="0" destOrd="0" presId="urn:microsoft.com/office/officeart/2018/5/layout/IconLeafLabelList"/>
    <dgm:cxn modelId="{17D8590F-A25C-4EEA-B76D-DA1DCD0DC642}" type="presParOf" srcId="{64B00D20-20EE-49B8-BFD4-5CA0E34B0D8D}" destId="{AA27BFF4-0202-4331-88FA-07F55FD76826}" srcOrd="1" destOrd="0" presId="urn:microsoft.com/office/officeart/2018/5/layout/IconLeafLabelList"/>
    <dgm:cxn modelId="{1A9496F0-EEE3-498B-B897-16D7A2454E8C}" type="presParOf" srcId="{64B00D20-20EE-49B8-BFD4-5CA0E34B0D8D}" destId="{F6DEC243-CF58-411E-9C7F-572308B18CB6}" srcOrd="2" destOrd="0" presId="urn:microsoft.com/office/officeart/2018/5/layout/IconLeafLabelList"/>
    <dgm:cxn modelId="{ACC3CBE9-97CE-4560-90EF-4C84260B85AB}" type="presParOf" srcId="{64B00D20-20EE-49B8-BFD4-5CA0E34B0D8D}" destId="{2F57FB6A-E244-4B1C-B09B-8D8D279F1782}" srcOrd="3" destOrd="0" presId="urn:microsoft.com/office/officeart/2018/5/layout/IconLeafLabelList"/>
    <dgm:cxn modelId="{FD2B753F-D578-4AAA-963B-1F688B001265}" type="presParOf" srcId="{5E2E1C88-111D-4603-B188-562F7DB970F6}" destId="{A4BF5FDC-9D03-4DA3-86D2-3E460EA6176A}" srcOrd="1" destOrd="0" presId="urn:microsoft.com/office/officeart/2018/5/layout/IconLeafLabelList"/>
    <dgm:cxn modelId="{738E431B-A10B-40EA-A8EA-3B96117C36B8}" type="presParOf" srcId="{5E2E1C88-111D-4603-B188-562F7DB970F6}" destId="{D437E039-95C8-4D96-A64F-BB7603D22470}" srcOrd="2" destOrd="0" presId="urn:microsoft.com/office/officeart/2018/5/layout/IconLeafLabelList"/>
    <dgm:cxn modelId="{3066F4EA-D3C3-4ECB-A0E9-BCA7FCEEA48B}" type="presParOf" srcId="{D437E039-95C8-4D96-A64F-BB7603D22470}" destId="{FD6E1482-F7E9-4776-8E92-A159B2DC7D4C}" srcOrd="0" destOrd="0" presId="urn:microsoft.com/office/officeart/2018/5/layout/IconLeafLabelList"/>
    <dgm:cxn modelId="{1F7F6F9B-52EB-4BB2-8A39-43CB26B7D926}" type="presParOf" srcId="{D437E039-95C8-4D96-A64F-BB7603D22470}" destId="{9E49C71A-07B3-4E54-B421-CFFE3CBD5746}" srcOrd="1" destOrd="0" presId="urn:microsoft.com/office/officeart/2018/5/layout/IconLeafLabelList"/>
    <dgm:cxn modelId="{70802C1B-D69F-4A3B-A221-12BC405D508F}" type="presParOf" srcId="{D437E039-95C8-4D96-A64F-BB7603D22470}" destId="{7EDAD5C9-1157-4680-B35B-DC834242573F}" srcOrd="2" destOrd="0" presId="urn:microsoft.com/office/officeart/2018/5/layout/IconLeafLabelList"/>
    <dgm:cxn modelId="{166B33E4-1720-436F-BB72-E1E7B7A9D673}" type="presParOf" srcId="{D437E039-95C8-4D96-A64F-BB7603D22470}" destId="{04BAA763-9F64-4D07-B863-EECAACF7196E}" srcOrd="3" destOrd="0" presId="urn:microsoft.com/office/officeart/2018/5/layout/IconLeafLabelList"/>
    <dgm:cxn modelId="{64EED6DE-8921-4716-8B4E-9519FB96E660}" type="presParOf" srcId="{5E2E1C88-111D-4603-B188-562F7DB970F6}" destId="{A5B8CB9A-C684-4C64-AE6C-5657B73C0547}" srcOrd="3" destOrd="0" presId="urn:microsoft.com/office/officeart/2018/5/layout/IconLeafLabelList"/>
    <dgm:cxn modelId="{80749FAE-28DD-4380-AA4E-10EDB076CA10}" type="presParOf" srcId="{5E2E1C88-111D-4603-B188-562F7DB970F6}" destId="{06103C3F-4991-472C-9B20-5A9326424B45}" srcOrd="4" destOrd="0" presId="urn:microsoft.com/office/officeart/2018/5/layout/IconLeafLabelList"/>
    <dgm:cxn modelId="{09250F8F-D5A4-418F-B1BE-690BC8B243B2}" type="presParOf" srcId="{06103C3F-4991-472C-9B20-5A9326424B45}" destId="{DBE98911-809E-4081-A4B4-8EC01845BDB1}" srcOrd="0" destOrd="0" presId="urn:microsoft.com/office/officeart/2018/5/layout/IconLeafLabelList"/>
    <dgm:cxn modelId="{BA533251-A4B6-4130-8E50-EC13734DEBC6}" type="presParOf" srcId="{06103C3F-4991-472C-9B20-5A9326424B45}" destId="{89AA934B-76DD-4391-8F40-0D6215675183}" srcOrd="1" destOrd="0" presId="urn:microsoft.com/office/officeart/2018/5/layout/IconLeafLabelList"/>
    <dgm:cxn modelId="{5EC99EE3-C54A-41F6-BAD5-81603AAE54C5}" type="presParOf" srcId="{06103C3F-4991-472C-9B20-5A9326424B45}" destId="{E21F0510-43AE-4D6C-BDBF-56E0D032DE8E}" srcOrd="2" destOrd="0" presId="urn:microsoft.com/office/officeart/2018/5/layout/IconLeafLabelList"/>
    <dgm:cxn modelId="{648885A3-8FD9-42AC-9518-24685A116F2E}" type="presParOf" srcId="{06103C3F-4991-472C-9B20-5A9326424B45}" destId="{255E3A95-4777-4E92-8385-4C0D5468F721}" srcOrd="3" destOrd="0" presId="urn:microsoft.com/office/officeart/2018/5/layout/IconLeafLabelList"/>
    <dgm:cxn modelId="{CB51E4A1-4D82-4197-9B3F-79F7F7A95C46}" type="presParOf" srcId="{5E2E1C88-111D-4603-B188-562F7DB970F6}" destId="{BE891E44-6ECB-440B-94B7-B0F798AE11A8}" srcOrd="5" destOrd="0" presId="urn:microsoft.com/office/officeart/2018/5/layout/IconLeafLabelList"/>
    <dgm:cxn modelId="{3205F918-DBA6-4BFA-9BE9-22A9A8B24011}" type="presParOf" srcId="{5E2E1C88-111D-4603-B188-562F7DB970F6}" destId="{601BE1DB-2791-44B8-AFF8-D4634DF5C134}" srcOrd="6" destOrd="0" presId="urn:microsoft.com/office/officeart/2018/5/layout/IconLeafLabelList"/>
    <dgm:cxn modelId="{8394AAFA-94EF-45F5-8FF4-89628CCB6D80}" type="presParOf" srcId="{601BE1DB-2791-44B8-AFF8-D4634DF5C134}" destId="{73E86EB2-B3E5-4BAE-BCEA-7E3DCB722BAB}" srcOrd="0" destOrd="0" presId="urn:microsoft.com/office/officeart/2018/5/layout/IconLeafLabelList"/>
    <dgm:cxn modelId="{3D8AE2DD-7030-471A-9A54-4F89FD78C060}" type="presParOf" srcId="{601BE1DB-2791-44B8-AFF8-D4634DF5C134}" destId="{381F31AA-E9A5-4B99-AC57-207B3F9683FC}" srcOrd="1" destOrd="0" presId="urn:microsoft.com/office/officeart/2018/5/layout/IconLeafLabelList"/>
    <dgm:cxn modelId="{DF11FB3A-9F3E-4FEE-9F9C-31721D187FA8}" type="presParOf" srcId="{601BE1DB-2791-44B8-AFF8-D4634DF5C134}" destId="{F1AAA53E-2384-45CB-9F31-2C02E94F462C}" srcOrd="2" destOrd="0" presId="urn:microsoft.com/office/officeart/2018/5/layout/IconLeafLabelList"/>
    <dgm:cxn modelId="{C9238309-2502-4B52-BA9A-72285371B3BE}" type="presParOf" srcId="{601BE1DB-2791-44B8-AFF8-D4634DF5C134}" destId="{E91703D5-6800-49CF-AF85-E06CE6E40C9C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87A36A3-370B-4F06-9155-7EAC8AC0A833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916134A-95A4-43C1-A21D-6BDE46A54474}">
      <dgm:prSet/>
      <dgm:spPr/>
      <dgm:t>
        <a:bodyPr/>
        <a:lstStyle/>
        <a:p>
          <a:r>
            <a:rPr lang="en-US"/>
            <a:t>Kernel-bypass poll-mode driver → zero-copy RX buffers.</a:t>
          </a:r>
        </a:p>
      </dgm:t>
    </dgm:pt>
    <dgm:pt modelId="{051521DC-A5D5-4067-877A-6EF7568F5B65}" type="parTrans" cxnId="{89FC08A1-EB5D-43DE-8086-4AF982BE4607}">
      <dgm:prSet/>
      <dgm:spPr/>
      <dgm:t>
        <a:bodyPr/>
        <a:lstStyle/>
        <a:p>
          <a:endParaRPr lang="en-US"/>
        </a:p>
      </dgm:t>
    </dgm:pt>
    <dgm:pt modelId="{F089D7D5-FA1A-4D54-AF94-85BA10055892}" type="sibTrans" cxnId="{89FC08A1-EB5D-43DE-8086-4AF982BE4607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4F580717-E3D6-42DA-ACD6-8DB9C9FEE353}">
      <dgm:prSet/>
      <dgm:spPr/>
      <dgm:t>
        <a:bodyPr/>
        <a:lstStyle/>
        <a:p>
          <a:r>
            <a:rPr lang="en-US"/>
            <a:t>Lock-free ring buffers for inter-thread packet queues.</a:t>
          </a:r>
        </a:p>
      </dgm:t>
    </dgm:pt>
    <dgm:pt modelId="{46E16251-08E6-4355-AD7D-62B5BEE122E4}" type="parTrans" cxnId="{869D4A3D-61DC-4A43-A1A1-E5B404E04077}">
      <dgm:prSet/>
      <dgm:spPr/>
      <dgm:t>
        <a:bodyPr/>
        <a:lstStyle/>
        <a:p>
          <a:endParaRPr lang="en-US"/>
        </a:p>
      </dgm:t>
    </dgm:pt>
    <dgm:pt modelId="{EDB4BC9B-C225-478B-815E-36E7F1D2A30F}" type="sibTrans" cxnId="{869D4A3D-61DC-4A43-A1A1-E5B404E04077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89E6D41B-C7D4-417C-864A-7E776C333254}">
      <dgm:prSet/>
      <dgm:spPr/>
      <dgm:t>
        <a:bodyPr/>
        <a:lstStyle/>
        <a:p>
          <a:r>
            <a:rPr lang="en-US"/>
            <a:t>Achieved line-rate capture @10 Gbps on lab NICs (0 % drop).</a:t>
          </a:r>
        </a:p>
      </dgm:t>
    </dgm:pt>
    <dgm:pt modelId="{07E3FEF0-721C-44C5-8F26-619CB4E5A79A}" type="parTrans" cxnId="{2089C345-BFF6-466C-9BA6-60F4820342CC}">
      <dgm:prSet/>
      <dgm:spPr/>
      <dgm:t>
        <a:bodyPr/>
        <a:lstStyle/>
        <a:p>
          <a:endParaRPr lang="en-US"/>
        </a:p>
      </dgm:t>
    </dgm:pt>
    <dgm:pt modelId="{EFC2AF0D-0D0A-4702-B393-3C075C34CC69}" type="sibTrans" cxnId="{2089C345-BFF6-466C-9BA6-60F4820342CC}">
      <dgm:prSet phldrT="03"/>
      <dgm:spPr/>
      <dgm:t>
        <a:bodyPr/>
        <a:lstStyle/>
        <a:p>
          <a:r>
            <a:rPr lang="en-US"/>
            <a:t>03</a:t>
          </a:r>
        </a:p>
      </dgm:t>
    </dgm:pt>
    <dgm:pt modelId="{AB63F831-A02F-4B19-8142-74FF3153EE4A}">
      <dgm:prSet/>
      <dgm:spPr/>
      <dgm:t>
        <a:bodyPr/>
        <a:lstStyle/>
        <a:p>
          <a:r>
            <a:rPr lang="en-US"/>
            <a:t>Requires SR-IOV-enabled hardware &amp; huge-page config.</a:t>
          </a:r>
        </a:p>
      </dgm:t>
    </dgm:pt>
    <dgm:pt modelId="{EA321944-1934-4622-8A23-DB9E9CB11525}" type="parTrans" cxnId="{0719EDB2-21A1-4732-895D-36D0CB3A7C78}">
      <dgm:prSet/>
      <dgm:spPr/>
      <dgm:t>
        <a:bodyPr/>
        <a:lstStyle/>
        <a:p>
          <a:endParaRPr lang="en-US"/>
        </a:p>
      </dgm:t>
    </dgm:pt>
    <dgm:pt modelId="{69C917B6-0584-4775-A2EB-20D5DA8A86B3}" type="sibTrans" cxnId="{0719EDB2-21A1-4732-895D-36D0CB3A7C78}">
      <dgm:prSet phldrT="04"/>
      <dgm:spPr/>
      <dgm:t>
        <a:bodyPr/>
        <a:lstStyle/>
        <a:p>
          <a:r>
            <a:rPr lang="en-US"/>
            <a:t>04</a:t>
          </a:r>
        </a:p>
      </dgm:t>
    </dgm:pt>
    <dgm:pt modelId="{07A3F02E-043C-ED43-889C-A1FA8F8EC63C}" type="pres">
      <dgm:prSet presAssocID="{E87A36A3-370B-4F06-9155-7EAC8AC0A833}" presName="Name0" presStyleCnt="0">
        <dgm:presLayoutVars>
          <dgm:animLvl val="lvl"/>
          <dgm:resizeHandles val="exact"/>
        </dgm:presLayoutVars>
      </dgm:prSet>
      <dgm:spPr/>
    </dgm:pt>
    <dgm:pt modelId="{5BF76539-F1D9-F84B-A019-9723CA01891A}" type="pres">
      <dgm:prSet presAssocID="{5916134A-95A4-43C1-A21D-6BDE46A54474}" presName="compositeNode" presStyleCnt="0">
        <dgm:presLayoutVars>
          <dgm:bulletEnabled val="1"/>
        </dgm:presLayoutVars>
      </dgm:prSet>
      <dgm:spPr/>
    </dgm:pt>
    <dgm:pt modelId="{09AE08EC-9EF1-C24F-9BE9-309904D14ABE}" type="pres">
      <dgm:prSet presAssocID="{5916134A-95A4-43C1-A21D-6BDE46A54474}" presName="bgRect" presStyleLbl="alignNode1" presStyleIdx="0" presStyleCnt="4"/>
      <dgm:spPr/>
    </dgm:pt>
    <dgm:pt modelId="{1F25F083-6D0F-5A41-B799-294A498AA22B}" type="pres">
      <dgm:prSet presAssocID="{F089D7D5-FA1A-4D54-AF94-85BA10055892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66F83215-8E47-0D4C-8F4D-6BD2ED44618B}" type="pres">
      <dgm:prSet presAssocID="{5916134A-95A4-43C1-A21D-6BDE46A54474}" presName="nodeRect" presStyleLbl="alignNode1" presStyleIdx="0" presStyleCnt="4">
        <dgm:presLayoutVars>
          <dgm:bulletEnabled val="1"/>
        </dgm:presLayoutVars>
      </dgm:prSet>
      <dgm:spPr/>
    </dgm:pt>
    <dgm:pt modelId="{471B5708-1613-D348-A812-379173FD0B57}" type="pres">
      <dgm:prSet presAssocID="{F089D7D5-FA1A-4D54-AF94-85BA10055892}" presName="sibTrans" presStyleCnt="0"/>
      <dgm:spPr/>
    </dgm:pt>
    <dgm:pt modelId="{D75D4BC0-4B07-864F-8239-2C2143837A70}" type="pres">
      <dgm:prSet presAssocID="{4F580717-E3D6-42DA-ACD6-8DB9C9FEE353}" presName="compositeNode" presStyleCnt="0">
        <dgm:presLayoutVars>
          <dgm:bulletEnabled val="1"/>
        </dgm:presLayoutVars>
      </dgm:prSet>
      <dgm:spPr/>
    </dgm:pt>
    <dgm:pt modelId="{84AB677D-0A45-9E4F-93EE-EAFC2E3E11F3}" type="pres">
      <dgm:prSet presAssocID="{4F580717-E3D6-42DA-ACD6-8DB9C9FEE353}" presName="bgRect" presStyleLbl="alignNode1" presStyleIdx="1" presStyleCnt="4"/>
      <dgm:spPr/>
    </dgm:pt>
    <dgm:pt modelId="{7F62A4F9-9245-324C-962A-073899C94D2B}" type="pres">
      <dgm:prSet presAssocID="{EDB4BC9B-C225-478B-815E-36E7F1D2A30F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14650A3D-EC59-6D41-A1E9-7F2328CF9464}" type="pres">
      <dgm:prSet presAssocID="{4F580717-E3D6-42DA-ACD6-8DB9C9FEE353}" presName="nodeRect" presStyleLbl="alignNode1" presStyleIdx="1" presStyleCnt="4">
        <dgm:presLayoutVars>
          <dgm:bulletEnabled val="1"/>
        </dgm:presLayoutVars>
      </dgm:prSet>
      <dgm:spPr/>
    </dgm:pt>
    <dgm:pt modelId="{E7017C11-2545-BB4A-96DF-A68922FF79D7}" type="pres">
      <dgm:prSet presAssocID="{EDB4BC9B-C225-478B-815E-36E7F1D2A30F}" presName="sibTrans" presStyleCnt="0"/>
      <dgm:spPr/>
    </dgm:pt>
    <dgm:pt modelId="{7627A97F-27B0-AF42-B291-867D2881BEF2}" type="pres">
      <dgm:prSet presAssocID="{89E6D41B-C7D4-417C-864A-7E776C333254}" presName="compositeNode" presStyleCnt="0">
        <dgm:presLayoutVars>
          <dgm:bulletEnabled val="1"/>
        </dgm:presLayoutVars>
      </dgm:prSet>
      <dgm:spPr/>
    </dgm:pt>
    <dgm:pt modelId="{D2FE034A-3228-1346-99CF-29367BFACDE3}" type="pres">
      <dgm:prSet presAssocID="{89E6D41B-C7D4-417C-864A-7E776C333254}" presName="bgRect" presStyleLbl="alignNode1" presStyleIdx="2" presStyleCnt="4"/>
      <dgm:spPr/>
    </dgm:pt>
    <dgm:pt modelId="{79CE9AF9-EA73-0C40-AEC1-466E49F7B612}" type="pres">
      <dgm:prSet presAssocID="{EFC2AF0D-0D0A-4702-B393-3C075C34CC69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1C17C30D-3CA6-D34E-A914-651DE1194685}" type="pres">
      <dgm:prSet presAssocID="{89E6D41B-C7D4-417C-864A-7E776C333254}" presName="nodeRect" presStyleLbl="alignNode1" presStyleIdx="2" presStyleCnt="4">
        <dgm:presLayoutVars>
          <dgm:bulletEnabled val="1"/>
        </dgm:presLayoutVars>
      </dgm:prSet>
      <dgm:spPr/>
    </dgm:pt>
    <dgm:pt modelId="{86E5C2A7-2BE7-B547-A7EF-8F6EA360C6A6}" type="pres">
      <dgm:prSet presAssocID="{EFC2AF0D-0D0A-4702-B393-3C075C34CC69}" presName="sibTrans" presStyleCnt="0"/>
      <dgm:spPr/>
    </dgm:pt>
    <dgm:pt modelId="{2AA8C92B-F647-E443-91E2-B40DDABAAD9B}" type="pres">
      <dgm:prSet presAssocID="{AB63F831-A02F-4B19-8142-74FF3153EE4A}" presName="compositeNode" presStyleCnt="0">
        <dgm:presLayoutVars>
          <dgm:bulletEnabled val="1"/>
        </dgm:presLayoutVars>
      </dgm:prSet>
      <dgm:spPr/>
    </dgm:pt>
    <dgm:pt modelId="{C87E0F8E-BC56-464F-9AB6-023D9D5999FB}" type="pres">
      <dgm:prSet presAssocID="{AB63F831-A02F-4B19-8142-74FF3153EE4A}" presName="bgRect" presStyleLbl="alignNode1" presStyleIdx="3" presStyleCnt="4"/>
      <dgm:spPr/>
    </dgm:pt>
    <dgm:pt modelId="{4ADD3737-EA5E-7041-B877-DE97E818E533}" type="pres">
      <dgm:prSet presAssocID="{69C917B6-0584-4775-A2EB-20D5DA8A86B3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E580892D-E58A-9345-B98E-1DB1E80AA491}" type="pres">
      <dgm:prSet presAssocID="{AB63F831-A02F-4B19-8142-74FF3153EE4A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25F3B70E-7956-DE49-B381-F448CAC6A1B5}" type="presOf" srcId="{5916134A-95A4-43C1-A21D-6BDE46A54474}" destId="{66F83215-8E47-0D4C-8F4D-6BD2ED44618B}" srcOrd="1" destOrd="0" presId="urn:microsoft.com/office/officeart/2016/7/layout/LinearBlockProcessNumbered"/>
    <dgm:cxn modelId="{A8DB2119-7E90-8647-8047-94991D105D59}" type="presOf" srcId="{EDB4BC9B-C225-478B-815E-36E7F1D2A30F}" destId="{7F62A4F9-9245-324C-962A-073899C94D2B}" srcOrd="0" destOrd="0" presId="urn:microsoft.com/office/officeart/2016/7/layout/LinearBlockProcessNumbered"/>
    <dgm:cxn modelId="{C728F52E-B52A-C04D-B80B-E8A0C6E5EA91}" type="presOf" srcId="{E87A36A3-370B-4F06-9155-7EAC8AC0A833}" destId="{07A3F02E-043C-ED43-889C-A1FA8F8EC63C}" srcOrd="0" destOrd="0" presId="urn:microsoft.com/office/officeart/2016/7/layout/LinearBlockProcessNumbered"/>
    <dgm:cxn modelId="{5AAB623C-6479-ED43-BEF2-5C226B1B0830}" type="presOf" srcId="{4F580717-E3D6-42DA-ACD6-8DB9C9FEE353}" destId="{14650A3D-EC59-6D41-A1E9-7F2328CF9464}" srcOrd="1" destOrd="0" presId="urn:microsoft.com/office/officeart/2016/7/layout/LinearBlockProcessNumbered"/>
    <dgm:cxn modelId="{869D4A3D-61DC-4A43-A1A1-E5B404E04077}" srcId="{E87A36A3-370B-4F06-9155-7EAC8AC0A833}" destId="{4F580717-E3D6-42DA-ACD6-8DB9C9FEE353}" srcOrd="1" destOrd="0" parTransId="{46E16251-08E6-4355-AD7D-62B5BEE122E4}" sibTransId="{EDB4BC9B-C225-478B-815E-36E7F1D2A30F}"/>
    <dgm:cxn modelId="{56247643-E617-8F47-B636-5C8E4398CABC}" type="presOf" srcId="{AB63F831-A02F-4B19-8142-74FF3153EE4A}" destId="{E580892D-E58A-9345-B98E-1DB1E80AA491}" srcOrd="1" destOrd="0" presId="urn:microsoft.com/office/officeart/2016/7/layout/LinearBlockProcessNumbered"/>
    <dgm:cxn modelId="{2089C345-BFF6-466C-9BA6-60F4820342CC}" srcId="{E87A36A3-370B-4F06-9155-7EAC8AC0A833}" destId="{89E6D41B-C7D4-417C-864A-7E776C333254}" srcOrd="2" destOrd="0" parTransId="{07E3FEF0-721C-44C5-8F26-619CB4E5A79A}" sibTransId="{EFC2AF0D-0D0A-4702-B393-3C075C34CC69}"/>
    <dgm:cxn modelId="{6DC6B268-3990-8C43-83E7-C9680E9024C9}" type="presOf" srcId="{89E6D41B-C7D4-417C-864A-7E776C333254}" destId="{D2FE034A-3228-1346-99CF-29367BFACDE3}" srcOrd="0" destOrd="0" presId="urn:microsoft.com/office/officeart/2016/7/layout/LinearBlockProcessNumbered"/>
    <dgm:cxn modelId="{741A087D-A4C2-6B42-B82E-C25945BC8AF5}" type="presOf" srcId="{EFC2AF0D-0D0A-4702-B393-3C075C34CC69}" destId="{79CE9AF9-EA73-0C40-AEC1-466E49F7B612}" srcOrd="0" destOrd="0" presId="urn:microsoft.com/office/officeart/2016/7/layout/LinearBlockProcessNumbered"/>
    <dgm:cxn modelId="{B0316187-1337-8247-9ADF-F9751F97594A}" type="presOf" srcId="{F089D7D5-FA1A-4D54-AF94-85BA10055892}" destId="{1F25F083-6D0F-5A41-B799-294A498AA22B}" srcOrd="0" destOrd="0" presId="urn:microsoft.com/office/officeart/2016/7/layout/LinearBlockProcessNumbered"/>
    <dgm:cxn modelId="{C4FF9D8E-0879-B14D-9461-239A5AE8C4F2}" type="presOf" srcId="{69C917B6-0584-4775-A2EB-20D5DA8A86B3}" destId="{4ADD3737-EA5E-7041-B877-DE97E818E533}" srcOrd="0" destOrd="0" presId="urn:microsoft.com/office/officeart/2016/7/layout/LinearBlockProcessNumbered"/>
    <dgm:cxn modelId="{3A3B028F-AD98-6A48-B624-0E6DDEF0985C}" type="presOf" srcId="{5916134A-95A4-43C1-A21D-6BDE46A54474}" destId="{09AE08EC-9EF1-C24F-9BE9-309904D14ABE}" srcOrd="0" destOrd="0" presId="urn:microsoft.com/office/officeart/2016/7/layout/LinearBlockProcessNumbered"/>
    <dgm:cxn modelId="{7E101094-78E7-0446-AF9E-EE1E56680058}" type="presOf" srcId="{4F580717-E3D6-42DA-ACD6-8DB9C9FEE353}" destId="{84AB677D-0A45-9E4F-93EE-EAFC2E3E11F3}" srcOrd="0" destOrd="0" presId="urn:microsoft.com/office/officeart/2016/7/layout/LinearBlockProcessNumbered"/>
    <dgm:cxn modelId="{89FC08A1-EB5D-43DE-8086-4AF982BE4607}" srcId="{E87A36A3-370B-4F06-9155-7EAC8AC0A833}" destId="{5916134A-95A4-43C1-A21D-6BDE46A54474}" srcOrd="0" destOrd="0" parTransId="{051521DC-A5D5-4067-877A-6EF7568F5B65}" sibTransId="{F089D7D5-FA1A-4D54-AF94-85BA10055892}"/>
    <dgm:cxn modelId="{0719EDB2-21A1-4732-895D-36D0CB3A7C78}" srcId="{E87A36A3-370B-4F06-9155-7EAC8AC0A833}" destId="{AB63F831-A02F-4B19-8142-74FF3153EE4A}" srcOrd="3" destOrd="0" parTransId="{EA321944-1934-4622-8A23-DB9E9CB11525}" sibTransId="{69C917B6-0584-4775-A2EB-20D5DA8A86B3}"/>
    <dgm:cxn modelId="{E1A041D8-A5C0-4645-B683-0491F2912DEB}" type="presOf" srcId="{AB63F831-A02F-4B19-8142-74FF3153EE4A}" destId="{C87E0F8E-BC56-464F-9AB6-023D9D5999FB}" srcOrd="0" destOrd="0" presId="urn:microsoft.com/office/officeart/2016/7/layout/LinearBlockProcessNumbered"/>
    <dgm:cxn modelId="{889C97FB-70DC-9548-930E-081055950FFA}" type="presOf" srcId="{89E6D41B-C7D4-417C-864A-7E776C333254}" destId="{1C17C30D-3CA6-D34E-A914-651DE1194685}" srcOrd="1" destOrd="0" presId="urn:microsoft.com/office/officeart/2016/7/layout/LinearBlockProcessNumbered"/>
    <dgm:cxn modelId="{B7CFA7C3-A8D4-704D-83DF-6D7033EF628F}" type="presParOf" srcId="{07A3F02E-043C-ED43-889C-A1FA8F8EC63C}" destId="{5BF76539-F1D9-F84B-A019-9723CA01891A}" srcOrd="0" destOrd="0" presId="urn:microsoft.com/office/officeart/2016/7/layout/LinearBlockProcessNumbered"/>
    <dgm:cxn modelId="{513808FD-352D-6948-B5F6-0AE85D0B2C18}" type="presParOf" srcId="{5BF76539-F1D9-F84B-A019-9723CA01891A}" destId="{09AE08EC-9EF1-C24F-9BE9-309904D14ABE}" srcOrd="0" destOrd="0" presId="urn:microsoft.com/office/officeart/2016/7/layout/LinearBlockProcessNumbered"/>
    <dgm:cxn modelId="{DE468B9A-62C7-0443-B532-351EFEDD6FBB}" type="presParOf" srcId="{5BF76539-F1D9-F84B-A019-9723CA01891A}" destId="{1F25F083-6D0F-5A41-B799-294A498AA22B}" srcOrd="1" destOrd="0" presId="urn:microsoft.com/office/officeart/2016/7/layout/LinearBlockProcessNumbered"/>
    <dgm:cxn modelId="{4F7CBDDC-08D6-C444-94B6-D1C7FFD8F83A}" type="presParOf" srcId="{5BF76539-F1D9-F84B-A019-9723CA01891A}" destId="{66F83215-8E47-0D4C-8F4D-6BD2ED44618B}" srcOrd="2" destOrd="0" presId="urn:microsoft.com/office/officeart/2016/7/layout/LinearBlockProcessNumbered"/>
    <dgm:cxn modelId="{91DDFF96-98A9-1741-B087-EAA86356D1C9}" type="presParOf" srcId="{07A3F02E-043C-ED43-889C-A1FA8F8EC63C}" destId="{471B5708-1613-D348-A812-379173FD0B57}" srcOrd="1" destOrd="0" presId="urn:microsoft.com/office/officeart/2016/7/layout/LinearBlockProcessNumbered"/>
    <dgm:cxn modelId="{E6BB8EE5-9490-364C-86C3-420B00234A6C}" type="presParOf" srcId="{07A3F02E-043C-ED43-889C-A1FA8F8EC63C}" destId="{D75D4BC0-4B07-864F-8239-2C2143837A70}" srcOrd="2" destOrd="0" presId="urn:microsoft.com/office/officeart/2016/7/layout/LinearBlockProcessNumbered"/>
    <dgm:cxn modelId="{90054D7F-5889-B045-A60D-C42DE17091BB}" type="presParOf" srcId="{D75D4BC0-4B07-864F-8239-2C2143837A70}" destId="{84AB677D-0A45-9E4F-93EE-EAFC2E3E11F3}" srcOrd="0" destOrd="0" presId="urn:microsoft.com/office/officeart/2016/7/layout/LinearBlockProcessNumbered"/>
    <dgm:cxn modelId="{198C70A4-D7A7-5049-932C-AA8FF819CAA3}" type="presParOf" srcId="{D75D4BC0-4B07-864F-8239-2C2143837A70}" destId="{7F62A4F9-9245-324C-962A-073899C94D2B}" srcOrd="1" destOrd="0" presId="urn:microsoft.com/office/officeart/2016/7/layout/LinearBlockProcessNumbered"/>
    <dgm:cxn modelId="{1F2A1823-C85D-1047-B6ED-2C6A39964CDB}" type="presParOf" srcId="{D75D4BC0-4B07-864F-8239-2C2143837A70}" destId="{14650A3D-EC59-6D41-A1E9-7F2328CF9464}" srcOrd="2" destOrd="0" presId="urn:microsoft.com/office/officeart/2016/7/layout/LinearBlockProcessNumbered"/>
    <dgm:cxn modelId="{AC1CE74B-191C-984C-A31C-A8599A00BB15}" type="presParOf" srcId="{07A3F02E-043C-ED43-889C-A1FA8F8EC63C}" destId="{E7017C11-2545-BB4A-96DF-A68922FF79D7}" srcOrd="3" destOrd="0" presId="urn:microsoft.com/office/officeart/2016/7/layout/LinearBlockProcessNumbered"/>
    <dgm:cxn modelId="{0460EF46-EE25-D44F-B582-8431F0918F43}" type="presParOf" srcId="{07A3F02E-043C-ED43-889C-A1FA8F8EC63C}" destId="{7627A97F-27B0-AF42-B291-867D2881BEF2}" srcOrd="4" destOrd="0" presId="urn:microsoft.com/office/officeart/2016/7/layout/LinearBlockProcessNumbered"/>
    <dgm:cxn modelId="{C96EB630-C4C9-F74A-B7DC-6CFA0FBEA16C}" type="presParOf" srcId="{7627A97F-27B0-AF42-B291-867D2881BEF2}" destId="{D2FE034A-3228-1346-99CF-29367BFACDE3}" srcOrd="0" destOrd="0" presId="urn:microsoft.com/office/officeart/2016/7/layout/LinearBlockProcessNumbered"/>
    <dgm:cxn modelId="{1B0AAC8D-97EC-1343-B35C-B60D89B1A9BA}" type="presParOf" srcId="{7627A97F-27B0-AF42-B291-867D2881BEF2}" destId="{79CE9AF9-EA73-0C40-AEC1-466E49F7B612}" srcOrd="1" destOrd="0" presId="urn:microsoft.com/office/officeart/2016/7/layout/LinearBlockProcessNumbered"/>
    <dgm:cxn modelId="{A544830C-B93A-E14D-A07C-9E7BF083029B}" type="presParOf" srcId="{7627A97F-27B0-AF42-B291-867D2881BEF2}" destId="{1C17C30D-3CA6-D34E-A914-651DE1194685}" srcOrd="2" destOrd="0" presId="urn:microsoft.com/office/officeart/2016/7/layout/LinearBlockProcessNumbered"/>
    <dgm:cxn modelId="{1E748CC9-7C71-AA44-8290-619F772F24F2}" type="presParOf" srcId="{07A3F02E-043C-ED43-889C-A1FA8F8EC63C}" destId="{86E5C2A7-2BE7-B547-A7EF-8F6EA360C6A6}" srcOrd="5" destOrd="0" presId="urn:microsoft.com/office/officeart/2016/7/layout/LinearBlockProcessNumbered"/>
    <dgm:cxn modelId="{2B69E287-9CA0-0340-A9F6-7198CBD89FC4}" type="presParOf" srcId="{07A3F02E-043C-ED43-889C-A1FA8F8EC63C}" destId="{2AA8C92B-F647-E443-91E2-B40DDABAAD9B}" srcOrd="6" destOrd="0" presId="urn:microsoft.com/office/officeart/2016/7/layout/LinearBlockProcessNumbered"/>
    <dgm:cxn modelId="{16F1597C-E08A-F94E-92F1-12B55561EF0B}" type="presParOf" srcId="{2AA8C92B-F647-E443-91E2-B40DDABAAD9B}" destId="{C87E0F8E-BC56-464F-9AB6-023D9D5999FB}" srcOrd="0" destOrd="0" presId="urn:microsoft.com/office/officeart/2016/7/layout/LinearBlockProcessNumbered"/>
    <dgm:cxn modelId="{71416F19-7E62-7642-92E3-40BFE401FCC4}" type="presParOf" srcId="{2AA8C92B-F647-E443-91E2-B40DDABAAD9B}" destId="{4ADD3737-EA5E-7041-B877-DE97E818E533}" srcOrd="1" destOrd="0" presId="urn:microsoft.com/office/officeart/2016/7/layout/LinearBlockProcessNumbered"/>
    <dgm:cxn modelId="{6226DCCD-7CEC-6D4B-B3B1-F2476CE509F6}" type="presParOf" srcId="{2AA8C92B-F647-E443-91E2-B40DDABAAD9B}" destId="{E580892D-E58A-9345-B98E-1DB1E80AA491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F0FF184-18FA-400B-B9E0-2C24AEE36E9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A6350975-E750-41AA-A587-80F429EFB745}">
      <dgm:prSet/>
      <dgm:spPr/>
      <dgm:t>
        <a:bodyPr/>
        <a:lstStyle/>
        <a:p>
          <a:r>
            <a:rPr lang="en-US"/>
            <a:t>Pure-Python sniffer threads for rapid dev &amp; cross-OS support.</a:t>
          </a:r>
        </a:p>
      </dgm:t>
    </dgm:pt>
    <dgm:pt modelId="{53401CB4-C8F8-4D2D-AF30-9690CDBEB988}" type="parTrans" cxnId="{A69745D6-6EE9-4124-AFFB-5F5BF58AFC97}">
      <dgm:prSet/>
      <dgm:spPr/>
      <dgm:t>
        <a:bodyPr/>
        <a:lstStyle/>
        <a:p>
          <a:endParaRPr lang="en-US"/>
        </a:p>
      </dgm:t>
    </dgm:pt>
    <dgm:pt modelId="{B93439AF-926D-4F33-9523-8590261F7B83}" type="sibTrans" cxnId="{A69745D6-6EE9-4124-AFFB-5F5BF58AFC97}">
      <dgm:prSet/>
      <dgm:spPr/>
      <dgm:t>
        <a:bodyPr/>
        <a:lstStyle/>
        <a:p>
          <a:endParaRPr lang="en-US"/>
        </a:p>
      </dgm:t>
    </dgm:pt>
    <dgm:pt modelId="{466B9F97-AAAA-480E-8DB3-6BC969588B18}">
      <dgm:prSet/>
      <dgm:spPr/>
      <dgm:t>
        <a:bodyPr/>
        <a:lstStyle/>
        <a:p>
          <a:r>
            <a:rPr lang="en-US"/>
            <a:t>BPF filters restrict traffic to relevant protocols/ports.</a:t>
          </a:r>
        </a:p>
      </dgm:t>
    </dgm:pt>
    <dgm:pt modelId="{D78D4566-76E6-4275-AE11-F0D8A99B1191}" type="parTrans" cxnId="{4DC72438-9A62-4CF5-B81F-6937D7C82917}">
      <dgm:prSet/>
      <dgm:spPr/>
      <dgm:t>
        <a:bodyPr/>
        <a:lstStyle/>
        <a:p>
          <a:endParaRPr lang="en-US"/>
        </a:p>
      </dgm:t>
    </dgm:pt>
    <dgm:pt modelId="{8D65884F-014A-4873-9350-07AF115BB8FE}" type="sibTrans" cxnId="{4DC72438-9A62-4CF5-B81F-6937D7C82917}">
      <dgm:prSet/>
      <dgm:spPr/>
      <dgm:t>
        <a:bodyPr/>
        <a:lstStyle/>
        <a:p>
          <a:endParaRPr lang="en-US"/>
        </a:p>
      </dgm:t>
    </dgm:pt>
    <dgm:pt modelId="{83321282-CB71-4384-9D86-3384352E12D2}">
      <dgm:prSet/>
      <dgm:spPr/>
      <dgm:t>
        <a:bodyPr/>
        <a:lstStyle/>
        <a:p>
          <a:r>
            <a:rPr lang="en-US"/>
            <a:t>Per-packet callback extracts header fields in-memory.</a:t>
          </a:r>
        </a:p>
      </dgm:t>
    </dgm:pt>
    <dgm:pt modelId="{5E4D00F6-7B2F-4997-BDAE-E9E4F194CAE1}" type="parTrans" cxnId="{5D30F36D-D9B9-492B-AD78-641CC142A25E}">
      <dgm:prSet/>
      <dgm:spPr/>
      <dgm:t>
        <a:bodyPr/>
        <a:lstStyle/>
        <a:p>
          <a:endParaRPr lang="en-US"/>
        </a:p>
      </dgm:t>
    </dgm:pt>
    <dgm:pt modelId="{6792B782-4F2E-4A6F-961B-4222B227A76F}" type="sibTrans" cxnId="{5D30F36D-D9B9-492B-AD78-641CC142A25E}">
      <dgm:prSet/>
      <dgm:spPr/>
      <dgm:t>
        <a:bodyPr/>
        <a:lstStyle/>
        <a:p>
          <a:endParaRPr lang="en-US"/>
        </a:p>
      </dgm:t>
    </dgm:pt>
    <dgm:pt modelId="{AB29BEEA-2E54-4E43-BAE2-31D2CCAEB44D}">
      <dgm:prSet/>
      <dgm:spPr/>
      <dgm:t>
        <a:bodyPr/>
        <a:lstStyle/>
        <a:p>
          <a:r>
            <a:rPr lang="en-US"/>
            <a:t>Throughput trade-off accepted for early PoC mobility.</a:t>
          </a:r>
        </a:p>
      </dgm:t>
    </dgm:pt>
    <dgm:pt modelId="{BB7E4C81-D883-453C-BAC7-9A6A866680D7}" type="parTrans" cxnId="{34A225F4-EF2E-44F8-9214-5335A6FD840D}">
      <dgm:prSet/>
      <dgm:spPr/>
      <dgm:t>
        <a:bodyPr/>
        <a:lstStyle/>
        <a:p>
          <a:endParaRPr lang="en-US"/>
        </a:p>
      </dgm:t>
    </dgm:pt>
    <dgm:pt modelId="{7C4355DF-8FB5-4B48-A567-423D81FB4596}" type="sibTrans" cxnId="{34A225F4-EF2E-44F8-9214-5335A6FD840D}">
      <dgm:prSet/>
      <dgm:spPr/>
      <dgm:t>
        <a:bodyPr/>
        <a:lstStyle/>
        <a:p>
          <a:endParaRPr lang="en-US"/>
        </a:p>
      </dgm:t>
    </dgm:pt>
    <dgm:pt modelId="{45E692F9-13FC-415B-9619-3C903A90F71C}" type="pres">
      <dgm:prSet presAssocID="{FF0FF184-18FA-400B-B9E0-2C24AEE36E9E}" presName="root" presStyleCnt="0">
        <dgm:presLayoutVars>
          <dgm:dir/>
          <dgm:resizeHandles val="exact"/>
        </dgm:presLayoutVars>
      </dgm:prSet>
      <dgm:spPr/>
    </dgm:pt>
    <dgm:pt modelId="{5A0D6A55-4F69-4969-8848-8A2D41813257}" type="pres">
      <dgm:prSet presAssocID="{A6350975-E750-41AA-A587-80F429EFB745}" presName="compNode" presStyleCnt="0"/>
      <dgm:spPr/>
    </dgm:pt>
    <dgm:pt modelId="{F391A8CD-8491-4C25-9A3E-C4039F2A451E}" type="pres">
      <dgm:prSet presAssocID="{A6350975-E750-41AA-A587-80F429EFB74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D837AEB6-ADEA-4BF8-A642-A6457063E576}" type="pres">
      <dgm:prSet presAssocID="{A6350975-E750-41AA-A587-80F429EFB745}" presName="spaceRect" presStyleCnt="0"/>
      <dgm:spPr/>
    </dgm:pt>
    <dgm:pt modelId="{36AEB647-73B4-4FE3-BD07-D01665C372FC}" type="pres">
      <dgm:prSet presAssocID="{A6350975-E750-41AA-A587-80F429EFB745}" presName="textRect" presStyleLbl="revTx" presStyleIdx="0" presStyleCnt="4">
        <dgm:presLayoutVars>
          <dgm:chMax val="1"/>
          <dgm:chPref val="1"/>
        </dgm:presLayoutVars>
      </dgm:prSet>
      <dgm:spPr/>
    </dgm:pt>
    <dgm:pt modelId="{1A6AFDF6-BD7C-4960-A977-626DDC9F0E0C}" type="pres">
      <dgm:prSet presAssocID="{B93439AF-926D-4F33-9523-8590261F7B83}" presName="sibTrans" presStyleCnt="0"/>
      <dgm:spPr/>
    </dgm:pt>
    <dgm:pt modelId="{BBEE0B67-2D09-4BE7-8341-7D5C03F31301}" type="pres">
      <dgm:prSet presAssocID="{466B9F97-AAAA-480E-8DB3-6BC969588B18}" presName="compNode" presStyleCnt="0"/>
      <dgm:spPr/>
    </dgm:pt>
    <dgm:pt modelId="{A61E3CDF-0E2D-42F5-AEB1-D4138BF3F180}" type="pres">
      <dgm:prSet presAssocID="{466B9F97-AAAA-480E-8DB3-6BC969588B1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76DC0DC9-58C6-4648-966E-AD8FB79D6921}" type="pres">
      <dgm:prSet presAssocID="{466B9F97-AAAA-480E-8DB3-6BC969588B18}" presName="spaceRect" presStyleCnt="0"/>
      <dgm:spPr/>
    </dgm:pt>
    <dgm:pt modelId="{7916A6CE-CF68-43B3-913E-BFB08B3A407B}" type="pres">
      <dgm:prSet presAssocID="{466B9F97-AAAA-480E-8DB3-6BC969588B18}" presName="textRect" presStyleLbl="revTx" presStyleIdx="1" presStyleCnt="4">
        <dgm:presLayoutVars>
          <dgm:chMax val="1"/>
          <dgm:chPref val="1"/>
        </dgm:presLayoutVars>
      </dgm:prSet>
      <dgm:spPr/>
    </dgm:pt>
    <dgm:pt modelId="{1ABC4AB4-B759-4274-9166-3B7A0A4F8A5F}" type="pres">
      <dgm:prSet presAssocID="{8D65884F-014A-4873-9350-07AF115BB8FE}" presName="sibTrans" presStyleCnt="0"/>
      <dgm:spPr/>
    </dgm:pt>
    <dgm:pt modelId="{8569CA2C-E060-4A6F-ACC0-85383CB7A838}" type="pres">
      <dgm:prSet presAssocID="{83321282-CB71-4384-9D86-3384352E12D2}" presName="compNode" presStyleCnt="0"/>
      <dgm:spPr/>
    </dgm:pt>
    <dgm:pt modelId="{F7798567-71E7-4F07-938D-E41A39EDBD15}" type="pres">
      <dgm:prSet presAssocID="{83321282-CB71-4384-9D86-3384352E12D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d Quotation Mark"/>
        </a:ext>
      </dgm:extLst>
    </dgm:pt>
    <dgm:pt modelId="{AABF49BC-CBD8-4704-A157-5EA328E78744}" type="pres">
      <dgm:prSet presAssocID="{83321282-CB71-4384-9D86-3384352E12D2}" presName="spaceRect" presStyleCnt="0"/>
      <dgm:spPr/>
    </dgm:pt>
    <dgm:pt modelId="{D193A62C-A51E-454F-AE64-85CAB92C7A40}" type="pres">
      <dgm:prSet presAssocID="{83321282-CB71-4384-9D86-3384352E12D2}" presName="textRect" presStyleLbl="revTx" presStyleIdx="2" presStyleCnt="4">
        <dgm:presLayoutVars>
          <dgm:chMax val="1"/>
          <dgm:chPref val="1"/>
        </dgm:presLayoutVars>
      </dgm:prSet>
      <dgm:spPr/>
    </dgm:pt>
    <dgm:pt modelId="{19402A69-14AD-4F1E-B114-BFEE10FD5F02}" type="pres">
      <dgm:prSet presAssocID="{6792B782-4F2E-4A6F-961B-4222B227A76F}" presName="sibTrans" presStyleCnt="0"/>
      <dgm:spPr/>
    </dgm:pt>
    <dgm:pt modelId="{ECF31E89-2D4C-4DEA-8E23-36D02B450609}" type="pres">
      <dgm:prSet presAssocID="{AB29BEEA-2E54-4E43-BAE2-31D2CCAEB44D}" presName="compNode" presStyleCnt="0"/>
      <dgm:spPr/>
    </dgm:pt>
    <dgm:pt modelId="{9E66CFD9-D852-43F2-8684-6F3CCFCC4FB0}" type="pres">
      <dgm:prSet presAssocID="{AB29BEEA-2E54-4E43-BAE2-31D2CCAEB44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ctrician"/>
        </a:ext>
      </dgm:extLst>
    </dgm:pt>
    <dgm:pt modelId="{1C850ED8-BA35-4DB8-95FE-93ABC18CAF0C}" type="pres">
      <dgm:prSet presAssocID="{AB29BEEA-2E54-4E43-BAE2-31D2CCAEB44D}" presName="spaceRect" presStyleCnt="0"/>
      <dgm:spPr/>
    </dgm:pt>
    <dgm:pt modelId="{950F07F8-9259-4EB9-9C29-73339404DE51}" type="pres">
      <dgm:prSet presAssocID="{AB29BEEA-2E54-4E43-BAE2-31D2CCAEB44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98D7232-57C4-4E7F-8CEE-23B0A6550BE2}" type="presOf" srcId="{AB29BEEA-2E54-4E43-BAE2-31D2CCAEB44D}" destId="{950F07F8-9259-4EB9-9C29-73339404DE51}" srcOrd="0" destOrd="0" presId="urn:microsoft.com/office/officeart/2018/2/layout/IconLabelList"/>
    <dgm:cxn modelId="{4DC72438-9A62-4CF5-B81F-6937D7C82917}" srcId="{FF0FF184-18FA-400B-B9E0-2C24AEE36E9E}" destId="{466B9F97-AAAA-480E-8DB3-6BC969588B18}" srcOrd="1" destOrd="0" parTransId="{D78D4566-76E6-4275-AE11-F0D8A99B1191}" sibTransId="{8D65884F-014A-4873-9350-07AF115BB8FE}"/>
    <dgm:cxn modelId="{06342060-0480-4A41-833F-0856F16746F4}" type="presOf" srcId="{FF0FF184-18FA-400B-B9E0-2C24AEE36E9E}" destId="{45E692F9-13FC-415B-9619-3C903A90F71C}" srcOrd="0" destOrd="0" presId="urn:microsoft.com/office/officeart/2018/2/layout/IconLabelList"/>
    <dgm:cxn modelId="{5D30F36D-D9B9-492B-AD78-641CC142A25E}" srcId="{FF0FF184-18FA-400B-B9E0-2C24AEE36E9E}" destId="{83321282-CB71-4384-9D86-3384352E12D2}" srcOrd="2" destOrd="0" parTransId="{5E4D00F6-7B2F-4997-BDAE-E9E4F194CAE1}" sibTransId="{6792B782-4F2E-4A6F-961B-4222B227A76F}"/>
    <dgm:cxn modelId="{151BE396-0239-44A7-8D35-B38E2916D6E2}" type="presOf" srcId="{A6350975-E750-41AA-A587-80F429EFB745}" destId="{36AEB647-73B4-4FE3-BD07-D01665C372FC}" srcOrd="0" destOrd="0" presId="urn:microsoft.com/office/officeart/2018/2/layout/IconLabelList"/>
    <dgm:cxn modelId="{64897297-1AC6-42CE-8406-9F6D87C336B7}" type="presOf" srcId="{83321282-CB71-4384-9D86-3384352E12D2}" destId="{D193A62C-A51E-454F-AE64-85CAB92C7A40}" srcOrd="0" destOrd="0" presId="urn:microsoft.com/office/officeart/2018/2/layout/IconLabelList"/>
    <dgm:cxn modelId="{D52166A6-0BC9-4CC6-A715-64E8779D506A}" type="presOf" srcId="{466B9F97-AAAA-480E-8DB3-6BC969588B18}" destId="{7916A6CE-CF68-43B3-913E-BFB08B3A407B}" srcOrd="0" destOrd="0" presId="urn:microsoft.com/office/officeart/2018/2/layout/IconLabelList"/>
    <dgm:cxn modelId="{A69745D6-6EE9-4124-AFFB-5F5BF58AFC97}" srcId="{FF0FF184-18FA-400B-B9E0-2C24AEE36E9E}" destId="{A6350975-E750-41AA-A587-80F429EFB745}" srcOrd="0" destOrd="0" parTransId="{53401CB4-C8F8-4D2D-AF30-9690CDBEB988}" sibTransId="{B93439AF-926D-4F33-9523-8590261F7B83}"/>
    <dgm:cxn modelId="{34A225F4-EF2E-44F8-9214-5335A6FD840D}" srcId="{FF0FF184-18FA-400B-B9E0-2C24AEE36E9E}" destId="{AB29BEEA-2E54-4E43-BAE2-31D2CCAEB44D}" srcOrd="3" destOrd="0" parTransId="{BB7E4C81-D883-453C-BAC7-9A6A866680D7}" sibTransId="{7C4355DF-8FB5-4B48-A567-423D81FB4596}"/>
    <dgm:cxn modelId="{9FAD95FF-B229-4C53-929D-69C11F584237}" type="presParOf" srcId="{45E692F9-13FC-415B-9619-3C903A90F71C}" destId="{5A0D6A55-4F69-4969-8848-8A2D41813257}" srcOrd="0" destOrd="0" presId="urn:microsoft.com/office/officeart/2018/2/layout/IconLabelList"/>
    <dgm:cxn modelId="{4111A8E8-E6F6-419E-875F-B1EFFD70CBF5}" type="presParOf" srcId="{5A0D6A55-4F69-4969-8848-8A2D41813257}" destId="{F391A8CD-8491-4C25-9A3E-C4039F2A451E}" srcOrd="0" destOrd="0" presId="urn:microsoft.com/office/officeart/2018/2/layout/IconLabelList"/>
    <dgm:cxn modelId="{A3512440-FA40-4588-93E8-B0840896987C}" type="presParOf" srcId="{5A0D6A55-4F69-4969-8848-8A2D41813257}" destId="{D837AEB6-ADEA-4BF8-A642-A6457063E576}" srcOrd="1" destOrd="0" presId="urn:microsoft.com/office/officeart/2018/2/layout/IconLabelList"/>
    <dgm:cxn modelId="{E5078F5C-A74C-405D-9D7A-3075A2C4CB08}" type="presParOf" srcId="{5A0D6A55-4F69-4969-8848-8A2D41813257}" destId="{36AEB647-73B4-4FE3-BD07-D01665C372FC}" srcOrd="2" destOrd="0" presId="urn:microsoft.com/office/officeart/2018/2/layout/IconLabelList"/>
    <dgm:cxn modelId="{BA129526-2DF1-43F1-989D-72E8361B5E3D}" type="presParOf" srcId="{45E692F9-13FC-415B-9619-3C903A90F71C}" destId="{1A6AFDF6-BD7C-4960-A977-626DDC9F0E0C}" srcOrd="1" destOrd="0" presId="urn:microsoft.com/office/officeart/2018/2/layout/IconLabelList"/>
    <dgm:cxn modelId="{6EB31254-B723-4779-86CC-9A9C0DE1DEC4}" type="presParOf" srcId="{45E692F9-13FC-415B-9619-3C903A90F71C}" destId="{BBEE0B67-2D09-4BE7-8341-7D5C03F31301}" srcOrd="2" destOrd="0" presId="urn:microsoft.com/office/officeart/2018/2/layout/IconLabelList"/>
    <dgm:cxn modelId="{8224E913-717E-4A27-B319-628DB47C2F7F}" type="presParOf" srcId="{BBEE0B67-2D09-4BE7-8341-7D5C03F31301}" destId="{A61E3CDF-0E2D-42F5-AEB1-D4138BF3F180}" srcOrd="0" destOrd="0" presId="urn:microsoft.com/office/officeart/2018/2/layout/IconLabelList"/>
    <dgm:cxn modelId="{16D3E9DF-F92D-47B7-879B-C963D133A7CA}" type="presParOf" srcId="{BBEE0B67-2D09-4BE7-8341-7D5C03F31301}" destId="{76DC0DC9-58C6-4648-966E-AD8FB79D6921}" srcOrd="1" destOrd="0" presId="urn:microsoft.com/office/officeart/2018/2/layout/IconLabelList"/>
    <dgm:cxn modelId="{F7B4B236-0A53-46A6-88B3-B364514B191C}" type="presParOf" srcId="{BBEE0B67-2D09-4BE7-8341-7D5C03F31301}" destId="{7916A6CE-CF68-43B3-913E-BFB08B3A407B}" srcOrd="2" destOrd="0" presId="urn:microsoft.com/office/officeart/2018/2/layout/IconLabelList"/>
    <dgm:cxn modelId="{5882E60C-43A0-485E-9D5F-01E75B8CBD33}" type="presParOf" srcId="{45E692F9-13FC-415B-9619-3C903A90F71C}" destId="{1ABC4AB4-B759-4274-9166-3B7A0A4F8A5F}" srcOrd="3" destOrd="0" presId="urn:microsoft.com/office/officeart/2018/2/layout/IconLabelList"/>
    <dgm:cxn modelId="{A0ED145E-6611-4857-A67A-7FB12C0E1BCD}" type="presParOf" srcId="{45E692F9-13FC-415B-9619-3C903A90F71C}" destId="{8569CA2C-E060-4A6F-ACC0-85383CB7A838}" srcOrd="4" destOrd="0" presId="urn:microsoft.com/office/officeart/2018/2/layout/IconLabelList"/>
    <dgm:cxn modelId="{CB7F5D19-2B62-4BC9-97EC-544278709444}" type="presParOf" srcId="{8569CA2C-E060-4A6F-ACC0-85383CB7A838}" destId="{F7798567-71E7-4F07-938D-E41A39EDBD15}" srcOrd="0" destOrd="0" presId="urn:microsoft.com/office/officeart/2018/2/layout/IconLabelList"/>
    <dgm:cxn modelId="{A12F0B76-64D0-4AAA-BFA1-227B19897BD9}" type="presParOf" srcId="{8569CA2C-E060-4A6F-ACC0-85383CB7A838}" destId="{AABF49BC-CBD8-4704-A157-5EA328E78744}" srcOrd="1" destOrd="0" presId="urn:microsoft.com/office/officeart/2018/2/layout/IconLabelList"/>
    <dgm:cxn modelId="{C52563FD-E069-45A3-AB76-EA5FED277A47}" type="presParOf" srcId="{8569CA2C-E060-4A6F-ACC0-85383CB7A838}" destId="{D193A62C-A51E-454F-AE64-85CAB92C7A40}" srcOrd="2" destOrd="0" presId="urn:microsoft.com/office/officeart/2018/2/layout/IconLabelList"/>
    <dgm:cxn modelId="{D04ECE87-F699-4B24-B11D-5142798755B7}" type="presParOf" srcId="{45E692F9-13FC-415B-9619-3C903A90F71C}" destId="{19402A69-14AD-4F1E-B114-BFEE10FD5F02}" srcOrd="5" destOrd="0" presId="urn:microsoft.com/office/officeart/2018/2/layout/IconLabelList"/>
    <dgm:cxn modelId="{9BEB834E-8015-4FE5-8ED7-ADC0DD31E695}" type="presParOf" srcId="{45E692F9-13FC-415B-9619-3C903A90F71C}" destId="{ECF31E89-2D4C-4DEA-8E23-36D02B450609}" srcOrd="6" destOrd="0" presId="urn:microsoft.com/office/officeart/2018/2/layout/IconLabelList"/>
    <dgm:cxn modelId="{C86819BB-ADE0-47F2-9EF0-B9239C37D7F4}" type="presParOf" srcId="{ECF31E89-2D4C-4DEA-8E23-36D02B450609}" destId="{9E66CFD9-D852-43F2-8684-6F3CCFCC4FB0}" srcOrd="0" destOrd="0" presId="urn:microsoft.com/office/officeart/2018/2/layout/IconLabelList"/>
    <dgm:cxn modelId="{B6B18E2F-8FB6-4B5F-9959-388A32E9F878}" type="presParOf" srcId="{ECF31E89-2D4C-4DEA-8E23-36D02B450609}" destId="{1C850ED8-BA35-4DB8-95FE-93ABC18CAF0C}" srcOrd="1" destOrd="0" presId="urn:microsoft.com/office/officeart/2018/2/layout/IconLabelList"/>
    <dgm:cxn modelId="{F5F204EA-6E1A-4DCA-B9C0-E8BD6DD31895}" type="presParOf" srcId="{ECF31E89-2D4C-4DEA-8E23-36D02B450609}" destId="{950F07F8-9259-4EB9-9C29-73339404DE5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1992501-F718-4ED8-828C-77F085D0E81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F70313F-4ACF-4326-B125-F1CAB26A4578}">
      <dgm:prSet/>
      <dgm:spPr/>
      <dgm:t>
        <a:bodyPr/>
        <a:lstStyle/>
        <a:p>
          <a:r>
            <a:rPr lang="en-US"/>
            <a:t>Topics: raw-flows, features, inference, alerts.</a:t>
          </a:r>
        </a:p>
      </dgm:t>
    </dgm:pt>
    <dgm:pt modelId="{93EE06E8-B384-40B4-BD26-79AFC5FB1DD8}" type="parTrans" cxnId="{B737ED5A-3B30-4E5D-BD33-BC883AADD54D}">
      <dgm:prSet/>
      <dgm:spPr/>
      <dgm:t>
        <a:bodyPr/>
        <a:lstStyle/>
        <a:p>
          <a:endParaRPr lang="en-US"/>
        </a:p>
      </dgm:t>
    </dgm:pt>
    <dgm:pt modelId="{3B08F1F0-067B-4659-8DAE-AC4FD6C0B013}" type="sibTrans" cxnId="{B737ED5A-3B30-4E5D-BD33-BC883AADD54D}">
      <dgm:prSet/>
      <dgm:spPr/>
      <dgm:t>
        <a:bodyPr/>
        <a:lstStyle/>
        <a:p>
          <a:endParaRPr lang="en-US"/>
        </a:p>
      </dgm:t>
    </dgm:pt>
    <dgm:pt modelId="{918802C1-09CC-4B25-8E3A-EA0BEECF4D33}">
      <dgm:prSet/>
      <dgm:spPr/>
      <dgm:t>
        <a:bodyPr/>
        <a:lstStyle/>
        <a:p>
          <a:r>
            <a:rPr lang="en-US"/>
            <a:t>18 partitions → balanced consumer load &amp; ordering per flow.</a:t>
          </a:r>
        </a:p>
      </dgm:t>
    </dgm:pt>
    <dgm:pt modelId="{010C2FDC-3DCE-49E9-8FBB-F576075B545C}" type="parTrans" cxnId="{8EF3360C-07B8-4164-B1AA-5C1B85BB7F30}">
      <dgm:prSet/>
      <dgm:spPr/>
      <dgm:t>
        <a:bodyPr/>
        <a:lstStyle/>
        <a:p>
          <a:endParaRPr lang="en-US"/>
        </a:p>
      </dgm:t>
    </dgm:pt>
    <dgm:pt modelId="{49691D9D-4865-45D4-8AEC-6DA910FE084B}" type="sibTrans" cxnId="{8EF3360C-07B8-4164-B1AA-5C1B85BB7F30}">
      <dgm:prSet/>
      <dgm:spPr/>
      <dgm:t>
        <a:bodyPr/>
        <a:lstStyle/>
        <a:p>
          <a:endParaRPr lang="en-US"/>
        </a:p>
      </dgm:t>
    </dgm:pt>
    <dgm:pt modelId="{F17DD798-D609-4209-BB00-77D1E86F195B}">
      <dgm:prSet/>
      <dgm:spPr/>
      <dgm:t>
        <a:bodyPr/>
        <a:lstStyle/>
        <a:p>
          <a:r>
            <a:rPr lang="en-US"/>
            <a:t>Compression: LZ4; avg payload 1.2 KB.</a:t>
          </a:r>
        </a:p>
      </dgm:t>
    </dgm:pt>
    <dgm:pt modelId="{31E20C3A-8E9F-4C19-8514-5AFAD1929942}" type="parTrans" cxnId="{5026C628-8338-4BA0-8059-C30A1AA1EADA}">
      <dgm:prSet/>
      <dgm:spPr/>
      <dgm:t>
        <a:bodyPr/>
        <a:lstStyle/>
        <a:p>
          <a:endParaRPr lang="en-US"/>
        </a:p>
      </dgm:t>
    </dgm:pt>
    <dgm:pt modelId="{DFFA5479-3DA9-4E97-B9B8-82E3B541BE51}" type="sibTrans" cxnId="{5026C628-8338-4BA0-8059-C30A1AA1EADA}">
      <dgm:prSet/>
      <dgm:spPr/>
      <dgm:t>
        <a:bodyPr/>
        <a:lstStyle/>
        <a:p>
          <a:endParaRPr lang="en-US"/>
        </a:p>
      </dgm:t>
    </dgm:pt>
    <dgm:pt modelId="{4C9F04EB-7452-4CE0-A701-7675E8A36A25}">
      <dgm:prSet/>
      <dgm:spPr/>
      <dgm:t>
        <a:bodyPr/>
        <a:lstStyle/>
        <a:p>
          <a:r>
            <a:rPr lang="en-US"/>
            <a:t>Security: TLS-encrypted broker links + ACL-based auth.</a:t>
          </a:r>
        </a:p>
      </dgm:t>
    </dgm:pt>
    <dgm:pt modelId="{D0081340-255C-41CF-A1FB-F39061CD87EB}" type="parTrans" cxnId="{064CA558-D053-4545-A093-63E3F1AD1B3A}">
      <dgm:prSet/>
      <dgm:spPr/>
      <dgm:t>
        <a:bodyPr/>
        <a:lstStyle/>
        <a:p>
          <a:endParaRPr lang="en-US"/>
        </a:p>
      </dgm:t>
    </dgm:pt>
    <dgm:pt modelId="{5BE3FEEC-B2A1-404F-A331-9A3132BC6D40}" type="sibTrans" cxnId="{064CA558-D053-4545-A093-63E3F1AD1B3A}">
      <dgm:prSet/>
      <dgm:spPr/>
      <dgm:t>
        <a:bodyPr/>
        <a:lstStyle/>
        <a:p>
          <a:endParaRPr lang="en-US"/>
        </a:p>
      </dgm:t>
    </dgm:pt>
    <dgm:pt modelId="{5AA80345-8950-44A4-91F1-4A34A8294F59}" type="pres">
      <dgm:prSet presAssocID="{81992501-F718-4ED8-828C-77F085D0E815}" presName="root" presStyleCnt="0">
        <dgm:presLayoutVars>
          <dgm:dir/>
          <dgm:resizeHandles val="exact"/>
        </dgm:presLayoutVars>
      </dgm:prSet>
      <dgm:spPr/>
    </dgm:pt>
    <dgm:pt modelId="{543BB29D-33E7-45D2-8642-E764EB8893D1}" type="pres">
      <dgm:prSet presAssocID="{CF70313F-4ACF-4326-B125-F1CAB26A4578}" presName="compNode" presStyleCnt="0"/>
      <dgm:spPr/>
    </dgm:pt>
    <dgm:pt modelId="{229B06FD-66BA-409A-B6C2-A45F9ED1AE11}" type="pres">
      <dgm:prSet presAssocID="{CF70313F-4ACF-4326-B125-F1CAB26A4578}" presName="bgRect" presStyleLbl="bgShp" presStyleIdx="0" presStyleCnt="4"/>
      <dgm:spPr/>
    </dgm:pt>
    <dgm:pt modelId="{43DFB241-BCEC-4FE3-824E-ED12EED02C74}" type="pres">
      <dgm:prSet presAssocID="{CF70313F-4ACF-4326-B125-F1CAB26A457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bbles"/>
        </a:ext>
      </dgm:extLst>
    </dgm:pt>
    <dgm:pt modelId="{C49FF3A5-EA90-45D0-97B4-227651C3FE58}" type="pres">
      <dgm:prSet presAssocID="{CF70313F-4ACF-4326-B125-F1CAB26A4578}" presName="spaceRect" presStyleCnt="0"/>
      <dgm:spPr/>
    </dgm:pt>
    <dgm:pt modelId="{8ECD773C-C77B-43B5-A0DE-B0CE9B04B58B}" type="pres">
      <dgm:prSet presAssocID="{CF70313F-4ACF-4326-B125-F1CAB26A4578}" presName="parTx" presStyleLbl="revTx" presStyleIdx="0" presStyleCnt="4">
        <dgm:presLayoutVars>
          <dgm:chMax val="0"/>
          <dgm:chPref val="0"/>
        </dgm:presLayoutVars>
      </dgm:prSet>
      <dgm:spPr/>
    </dgm:pt>
    <dgm:pt modelId="{B22A87F7-6410-497E-9739-F8AF9884527B}" type="pres">
      <dgm:prSet presAssocID="{3B08F1F0-067B-4659-8DAE-AC4FD6C0B013}" presName="sibTrans" presStyleCnt="0"/>
      <dgm:spPr/>
    </dgm:pt>
    <dgm:pt modelId="{FE8D47DC-6787-4FCA-B500-CA1EC2BB9695}" type="pres">
      <dgm:prSet presAssocID="{918802C1-09CC-4B25-8E3A-EA0BEECF4D33}" presName="compNode" presStyleCnt="0"/>
      <dgm:spPr/>
    </dgm:pt>
    <dgm:pt modelId="{333B0406-9A78-4602-818C-5787F7876EA7}" type="pres">
      <dgm:prSet presAssocID="{918802C1-09CC-4B25-8E3A-EA0BEECF4D33}" presName="bgRect" presStyleLbl="bgShp" presStyleIdx="1" presStyleCnt="4"/>
      <dgm:spPr/>
    </dgm:pt>
    <dgm:pt modelId="{56670475-FF21-47D7-BD53-2751C1CA46C7}" type="pres">
      <dgm:prSet presAssocID="{918802C1-09CC-4B25-8E3A-EA0BEECF4D3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095E65D2-4693-4DEE-8BE0-BA0FB3483EFF}" type="pres">
      <dgm:prSet presAssocID="{918802C1-09CC-4B25-8E3A-EA0BEECF4D33}" presName="spaceRect" presStyleCnt="0"/>
      <dgm:spPr/>
    </dgm:pt>
    <dgm:pt modelId="{6D03CEED-DB21-44EB-BCD3-3E1A0BE29955}" type="pres">
      <dgm:prSet presAssocID="{918802C1-09CC-4B25-8E3A-EA0BEECF4D33}" presName="parTx" presStyleLbl="revTx" presStyleIdx="1" presStyleCnt="4">
        <dgm:presLayoutVars>
          <dgm:chMax val="0"/>
          <dgm:chPref val="0"/>
        </dgm:presLayoutVars>
      </dgm:prSet>
      <dgm:spPr/>
    </dgm:pt>
    <dgm:pt modelId="{C3870775-2770-4D2C-8E36-79716439E234}" type="pres">
      <dgm:prSet presAssocID="{49691D9D-4865-45D4-8AEC-6DA910FE084B}" presName="sibTrans" presStyleCnt="0"/>
      <dgm:spPr/>
    </dgm:pt>
    <dgm:pt modelId="{631E29E5-1921-4F09-B7C8-3D79B63568BC}" type="pres">
      <dgm:prSet presAssocID="{F17DD798-D609-4209-BB00-77D1E86F195B}" presName="compNode" presStyleCnt="0"/>
      <dgm:spPr/>
    </dgm:pt>
    <dgm:pt modelId="{1E0B7013-852A-4B4C-B848-06513C7C76EB}" type="pres">
      <dgm:prSet presAssocID="{F17DD798-D609-4209-BB00-77D1E86F195B}" presName="bgRect" presStyleLbl="bgShp" presStyleIdx="2" presStyleCnt="4"/>
      <dgm:spPr/>
    </dgm:pt>
    <dgm:pt modelId="{87D9C515-5682-43C5-ACCF-4A0759A63375}" type="pres">
      <dgm:prSet presAssocID="{F17DD798-D609-4209-BB00-77D1E86F195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41B1E76A-3876-4374-ACE1-D72909E771DD}" type="pres">
      <dgm:prSet presAssocID="{F17DD798-D609-4209-BB00-77D1E86F195B}" presName="spaceRect" presStyleCnt="0"/>
      <dgm:spPr/>
    </dgm:pt>
    <dgm:pt modelId="{B7E1490E-9DA8-4770-BA00-AEB87F671849}" type="pres">
      <dgm:prSet presAssocID="{F17DD798-D609-4209-BB00-77D1E86F195B}" presName="parTx" presStyleLbl="revTx" presStyleIdx="2" presStyleCnt="4">
        <dgm:presLayoutVars>
          <dgm:chMax val="0"/>
          <dgm:chPref val="0"/>
        </dgm:presLayoutVars>
      </dgm:prSet>
      <dgm:spPr/>
    </dgm:pt>
    <dgm:pt modelId="{6129C3A7-B4EC-4D88-A320-03725030F2C4}" type="pres">
      <dgm:prSet presAssocID="{DFFA5479-3DA9-4E97-B9B8-82E3B541BE51}" presName="sibTrans" presStyleCnt="0"/>
      <dgm:spPr/>
    </dgm:pt>
    <dgm:pt modelId="{D42B9A10-383D-41AB-B7A1-81BA4AD985CB}" type="pres">
      <dgm:prSet presAssocID="{4C9F04EB-7452-4CE0-A701-7675E8A36A25}" presName="compNode" presStyleCnt="0"/>
      <dgm:spPr/>
    </dgm:pt>
    <dgm:pt modelId="{6436485D-78D9-4A97-B4E4-46C110B163AF}" type="pres">
      <dgm:prSet presAssocID="{4C9F04EB-7452-4CE0-A701-7675E8A36A25}" presName="bgRect" presStyleLbl="bgShp" presStyleIdx="3" presStyleCnt="4"/>
      <dgm:spPr/>
    </dgm:pt>
    <dgm:pt modelId="{3F54CE50-952F-4702-AB31-1F9A70AF5F67}" type="pres">
      <dgm:prSet presAssocID="{4C9F04EB-7452-4CE0-A701-7675E8A36A2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E7FD7A0A-8F9E-40AF-85B4-7FA2D8AB7E40}" type="pres">
      <dgm:prSet presAssocID="{4C9F04EB-7452-4CE0-A701-7675E8A36A25}" presName="spaceRect" presStyleCnt="0"/>
      <dgm:spPr/>
    </dgm:pt>
    <dgm:pt modelId="{EEF2EAD0-9919-43B1-9CC2-4D58911A147D}" type="pres">
      <dgm:prSet presAssocID="{4C9F04EB-7452-4CE0-A701-7675E8A36A2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EF3360C-07B8-4164-B1AA-5C1B85BB7F30}" srcId="{81992501-F718-4ED8-828C-77F085D0E815}" destId="{918802C1-09CC-4B25-8E3A-EA0BEECF4D33}" srcOrd="1" destOrd="0" parTransId="{010C2FDC-3DCE-49E9-8FBB-F576075B545C}" sibTransId="{49691D9D-4865-45D4-8AEC-6DA910FE084B}"/>
    <dgm:cxn modelId="{34F1B10C-FFB3-4D4F-B705-EDF29C7F6664}" type="presOf" srcId="{CF70313F-4ACF-4326-B125-F1CAB26A4578}" destId="{8ECD773C-C77B-43B5-A0DE-B0CE9B04B58B}" srcOrd="0" destOrd="0" presId="urn:microsoft.com/office/officeart/2018/2/layout/IconVerticalSolidList"/>
    <dgm:cxn modelId="{5026C628-8338-4BA0-8059-C30A1AA1EADA}" srcId="{81992501-F718-4ED8-828C-77F085D0E815}" destId="{F17DD798-D609-4209-BB00-77D1E86F195B}" srcOrd="2" destOrd="0" parTransId="{31E20C3A-8E9F-4C19-8514-5AFAD1929942}" sibTransId="{DFFA5479-3DA9-4E97-B9B8-82E3B541BE51}"/>
    <dgm:cxn modelId="{F9C57D3A-59A1-4BC0-91CF-371203D7EB09}" type="presOf" srcId="{918802C1-09CC-4B25-8E3A-EA0BEECF4D33}" destId="{6D03CEED-DB21-44EB-BCD3-3E1A0BE29955}" srcOrd="0" destOrd="0" presId="urn:microsoft.com/office/officeart/2018/2/layout/IconVerticalSolidList"/>
    <dgm:cxn modelId="{064CA558-D053-4545-A093-63E3F1AD1B3A}" srcId="{81992501-F718-4ED8-828C-77F085D0E815}" destId="{4C9F04EB-7452-4CE0-A701-7675E8A36A25}" srcOrd="3" destOrd="0" parTransId="{D0081340-255C-41CF-A1FB-F39061CD87EB}" sibTransId="{5BE3FEEC-B2A1-404F-A331-9A3132BC6D40}"/>
    <dgm:cxn modelId="{B737ED5A-3B30-4E5D-BD33-BC883AADD54D}" srcId="{81992501-F718-4ED8-828C-77F085D0E815}" destId="{CF70313F-4ACF-4326-B125-F1CAB26A4578}" srcOrd="0" destOrd="0" parTransId="{93EE06E8-B384-40B4-BD26-79AFC5FB1DD8}" sibTransId="{3B08F1F0-067B-4659-8DAE-AC4FD6C0B013}"/>
    <dgm:cxn modelId="{B720365E-A464-4667-9E56-1CA8463EC818}" type="presOf" srcId="{81992501-F718-4ED8-828C-77F085D0E815}" destId="{5AA80345-8950-44A4-91F1-4A34A8294F59}" srcOrd="0" destOrd="0" presId="urn:microsoft.com/office/officeart/2018/2/layout/IconVerticalSolidList"/>
    <dgm:cxn modelId="{31723476-15A5-4F72-9208-24C97B55A8DB}" type="presOf" srcId="{4C9F04EB-7452-4CE0-A701-7675E8A36A25}" destId="{EEF2EAD0-9919-43B1-9CC2-4D58911A147D}" srcOrd="0" destOrd="0" presId="urn:microsoft.com/office/officeart/2018/2/layout/IconVerticalSolidList"/>
    <dgm:cxn modelId="{63021CC7-4149-4262-B93D-12E76F094F4A}" type="presOf" srcId="{F17DD798-D609-4209-BB00-77D1E86F195B}" destId="{B7E1490E-9DA8-4770-BA00-AEB87F671849}" srcOrd="0" destOrd="0" presId="urn:microsoft.com/office/officeart/2018/2/layout/IconVerticalSolidList"/>
    <dgm:cxn modelId="{CD6C4C4B-0EE3-428C-B063-7EB89527F889}" type="presParOf" srcId="{5AA80345-8950-44A4-91F1-4A34A8294F59}" destId="{543BB29D-33E7-45D2-8642-E764EB8893D1}" srcOrd="0" destOrd="0" presId="urn:microsoft.com/office/officeart/2018/2/layout/IconVerticalSolidList"/>
    <dgm:cxn modelId="{89C0A686-E3FA-48B5-A2CF-C99F21C504A7}" type="presParOf" srcId="{543BB29D-33E7-45D2-8642-E764EB8893D1}" destId="{229B06FD-66BA-409A-B6C2-A45F9ED1AE11}" srcOrd="0" destOrd="0" presId="urn:microsoft.com/office/officeart/2018/2/layout/IconVerticalSolidList"/>
    <dgm:cxn modelId="{E0FBC436-0D71-4672-925E-5E99410272C8}" type="presParOf" srcId="{543BB29D-33E7-45D2-8642-E764EB8893D1}" destId="{43DFB241-BCEC-4FE3-824E-ED12EED02C74}" srcOrd="1" destOrd="0" presId="urn:microsoft.com/office/officeart/2018/2/layout/IconVerticalSolidList"/>
    <dgm:cxn modelId="{D7E1D673-2B19-479E-8EB3-559E67AD2515}" type="presParOf" srcId="{543BB29D-33E7-45D2-8642-E764EB8893D1}" destId="{C49FF3A5-EA90-45D0-97B4-227651C3FE58}" srcOrd="2" destOrd="0" presId="urn:microsoft.com/office/officeart/2018/2/layout/IconVerticalSolidList"/>
    <dgm:cxn modelId="{B762A055-06D0-47D2-A07B-562585EED0C3}" type="presParOf" srcId="{543BB29D-33E7-45D2-8642-E764EB8893D1}" destId="{8ECD773C-C77B-43B5-A0DE-B0CE9B04B58B}" srcOrd="3" destOrd="0" presId="urn:microsoft.com/office/officeart/2018/2/layout/IconVerticalSolidList"/>
    <dgm:cxn modelId="{C9EA7DCF-D8EF-4C6F-BA00-595520871220}" type="presParOf" srcId="{5AA80345-8950-44A4-91F1-4A34A8294F59}" destId="{B22A87F7-6410-497E-9739-F8AF9884527B}" srcOrd="1" destOrd="0" presId="urn:microsoft.com/office/officeart/2018/2/layout/IconVerticalSolidList"/>
    <dgm:cxn modelId="{6BA07CDA-3364-4B22-833A-B25D8B1FC400}" type="presParOf" srcId="{5AA80345-8950-44A4-91F1-4A34A8294F59}" destId="{FE8D47DC-6787-4FCA-B500-CA1EC2BB9695}" srcOrd="2" destOrd="0" presId="urn:microsoft.com/office/officeart/2018/2/layout/IconVerticalSolidList"/>
    <dgm:cxn modelId="{3CFE7E54-3DB8-4F5F-98A5-059B0B7C1072}" type="presParOf" srcId="{FE8D47DC-6787-4FCA-B500-CA1EC2BB9695}" destId="{333B0406-9A78-4602-818C-5787F7876EA7}" srcOrd="0" destOrd="0" presId="urn:microsoft.com/office/officeart/2018/2/layout/IconVerticalSolidList"/>
    <dgm:cxn modelId="{405B704C-6010-4E01-9C2A-74AEAAA34D9A}" type="presParOf" srcId="{FE8D47DC-6787-4FCA-B500-CA1EC2BB9695}" destId="{56670475-FF21-47D7-BD53-2751C1CA46C7}" srcOrd="1" destOrd="0" presId="urn:microsoft.com/office/officeart/2018/2/layout/IconVerticalSolidList"/>
    <dgm:cxn modelId="{AA8B140B-7717-40F1-926C-7D8639D55E9E}" type="presParOf" srcId="{FE8D47DC-6787-4FCA-B500-CA1EC2BB9695}" destId="{095E65D2-4693-4DEE-8BE0-BA0FB3483EFF}" srcOrd="2" destOrd="0" presId="urn:microsoft.com/office/officeart/2018/2/layout/IconVerticalSolidList"/>
    <dgm:cxn modelId="{BC512383-F36B-4610-99F5-57A874F382B6}" type="presParOf" srcId="{FE8D47DC-6787-4FCA-B500-CA1EC2BB9695}" destId="{6D03CEED-DB21-44EB-BCD3-3E1A0BE29955}" srcOrd="3" destOrd="0" presId="urn:microsoft.com/office/officeart/2018/2/layout/IconVerticalSolidList"/>
    <dgm:cxn modelId="{2EA9810D-8D61-45B6-9941-685CC1729EB0}" type="presParOf" srcId="{5AA80345-8950-44A4-91F1-4A34A8294F59}" destId="{C3870775-2770-4D2C-8E36-79716439E234}" srcOrd="3" destOrd="0" presId="urn:microsoft.com/office/officeart/2018/2/layout/IconVerticalSolidList"/>
    <dgm:cxn modelId="{D8E0875F-4076-44FE-930E-13486325FB40}" type="presParOf" srcId="{5AA80345-8950-44A4-91F1-4A34A8294F59}" destId="{631E29E5-1921-4F09-B7C8-3D79B63568BC}" srcOrd="4" destOrd="0" presId="urn:microsoft.com/office/officeart/2018/2/layout/IconVerticalSolidList"/>
    <dgm:cxn modelId="{E1B9753A-BE61-40AE-9740-0F59106EFADA}" type="presParOf" srcId="{631E29E5-1921-4F09-B7C8-3D79B63568BC}" destId="{1E0B7013-852A-4B4C-B848-06513C7C76EB}" srcOrd="0" destOrd="0" presId="urn:microsoft.com/office/officeart/2018/2/layout/IconVerticalSolidList"/>
    <dgm:cxn modelId="{6F8F464D-7B0F-4B5D-A55E-6BF482A2BF46}" type="presParOf" srcId="{631E29E5-1921-4F09-B7C8-3D79B63568BC}" destId="{87D9C515-5682-43C5-ACCF-4A0759A63375}" srcOrd="1" destOrd="0" presId="urn:microsoft.com/office/officeart/2018/2/layout/IconVerticalSolidList"/>
    <dgm:cxn modelId="{CE3518D8-B9CC-4CCF-AF92-7457B6FE7AF0}" type="presParOf" srcId="{631E29E5-1921-4F09-B7C8-3D79B63568BC}" destId="{41B1E76A-3876-4374-ACE1-D72909E771DD}" srcOrd="2" destOrd="0" presId="urn:microsoft.com/office/officeart/2018/2/layout/IconVerticalSolidList"/>
    <dgm:cxn modelId="{6DF9BB73-CE34-44FD-ADFD-42B075437FFD}" type="presParOf" srcId="{631E29E5-1921-4F09-B7C8-3D79B63568BC}" destId="{B7E1490E-9DA8-4770-BA00-AEB87F671849}" srcOrd="3" destOrd="0" presId="urn:microsoft.com/office/officeart/2018/2/layout/IconVerticalSolidList"/>
    <dgm:cxn modelId="{885DBC48-7702-4176-B097-28495FA1F05C}" type="presParOf" srcId="{5AA80345-8950-44A4-91F1-4A34A8294F59}" destId="{6129C3A7-B4EC-4D88-A320-03725030F2C4}" srcOrd="5" destOrd="0" presId="urn:microsoft.com/office/officeart/2018/2/layout/IconVerticalSolidList"/>
    <dgm:cxn modelId="{77CD3A73-33EF-4D2B-9218-5B9A3464ED19}" type="presParOf" srcId="{5AA80345-8950-44A4-91F1-4A34A8294F59}" destId="{D42B9A10-383D-41AB-B7A1-81BA4AD985CB}" srcOrd="6" destOrd="0" presId="urn:microsoft.com/office/officeart/2018/2/layout/IconVerticalSolidList"/>
    <dgm:cxn modelId="{ED20981B-6F97-42C5-9727-7B5AAED50274}" type="presParOf" srcId="{D42B9A10-383D-41AB-B7A1-81BA4AD985CB}" destId="{6436485D-78D9-4A97-B4E4-46C110B163AF}" srcOrd="0" destOrd="0" presId="urn:microsoft.com/office/officeart/2018/2/layout/IconVerticalSolidList"/>
    <dgm:cxn modelId="{B867DAE4-D587-4AF9-9388-F0DEAF986729}" type="presParOf" srcId="{D42B9A10-383D-41AB-B7A1-81BA4AD985CB}" destId="{3F54CE50-952F-4702-AB31-1F9A70AF5F67}" srcOrd="1" destOrd="0" presId="urn:microsoft.com/office/officeart/2018/2/layout/IconVerticalSolidList"/>
    <dgm:cxn modelId="{10F1761C-3CBB-40EB-B3EE-E2D05CB0699A}" type="presParOf" srcId="{D42B9A10-383D-41AB-B7A1-81BA4AD985CB}" destId="{E7FD7A0A-8F9E-40AF-85B4-7FA2D8AB7E40}" srcOrd="2" destOrd="0" presId="urn:microsoft.com/office/officeart/2018/2/layout/IconVerticalSolidList"/>
    <dgm:cxn modelId="{AFAA4359-0D3A-45EE-9514-0925E738864D}" type="presParOf" srcId="{D42B9A10-383D-41AB-B7A1-81BA4AD985CB}" destId="{EEF2EAD0-9919-43B1-9CC2-4D58911A147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468FA91D-E057-449E-A309-2B6B1E71644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E9FA994-2168-44AB-9C86-46C8365B79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Job server consumes feature topic, batches 1 k msgs/200 ms.</a:t>
          </a:r>
        </a:p>
      </dgm:t>
    </dgm:pt>
    <dgm:pt modelId="{1E2A4D6E-2C02-4160-A21E-222F187B37C1}" type="parTrans" cxnId="{6DCD0606-A50F-4EC7-A0F2-9B8E32DAC955}">
      <dgm:prSet/>
      <dgm:spPr/>
      <dgm:t>
        <a:bodyPr/>
        <a:lstStyle/>
        <a:p>
          <a:endParaRPr lang="en-US"/>
        </a:p>
      </dgm:t>
    </dgm:pt>
    <dgm:pt modelId="{219B2E4B-17B2-45DF-8DC8-A8D2B4021A99}" type="sibTrans" cxnId="{6DCD0606-A50F-4EC7-A0F2-9B8E32DAC95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A1C48B5-7395-4DF9-BE67-47C0F65815E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Back-pressure handled via consumer group lag metrics.</a:t>
          </a:r>
        </a:p>
      </dgm:t>
    </dgm:pt>
    <dgm:pt modelId="{F4BC4555-C320-4BB6-9AC4-DFBECD966320}" type="parTrans" cxnId="{478AF7C8-77CC-4F1D-862E-DC63F61525D6}">
      <dgm:prSet/>
      <dgm:spPr/>
      <dgm:t>
        <a:bodyPr/>
        <a:lstStyle/>
        <a:p>
          <a:endParaRPr lang="en-US"/>
        </a:p>
      </dgm:t>
    </dgm:pt>
    <dgm:pt modelId="{D01FA383-F725-427A-A132-E9B2E66530CA}" type="sibTrans" cxnId="{478AF7C8-77CC-4F1D-862E-DC63F61525D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507F840-614D-4001-8784-C09033B779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Inline feature validation &amp; schema registry checks.</a:t>
          </a:r>
        </a:p>
      </dgm:t>
    </dgm:pt>
    <dgm:pt modelId="{4C12C8B4-AD3C-4F52-9DC9-C03ECD0B4AB0}" type="parTrans" cxnId="{D5525877-0646-4C87-B618-6B893E207A3A}">
      <dgm:prSet/>
      <dgm:spPr/>
      <dgm:t>
        <a:bodyPr/>
        <a:lstStyle/>
        <a:p>
          <a:endParaRPr lang="en-US"/>
        </a:p>
      </dgm:t>
    </dgm:pt>
    <dgm:pt modelId="{1694C183-97C9-4B51-8F2E-BF8CF5FEEB64}" type="sibTrans" cxnId="{D5525877-0646-4C87-B618-6B893E207A3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F0401B6-70BB-4026-8DA2-7959EB49A02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Publishes verdicts to alert topic → downstream SIEM hooks.</a:t>
          </a:r>
        </a:p>
      </dgm:t>
    </dgm:pt>
    <dgm:pt modelId="{0C386E28-2197-43B9-AD98-973E7D9E6D1B}" type="parTrans" cxnId="{826C7605-CE24-4730-A8D1-C5DB3CE121FB}">
      <dgm:prSet/>
      <dgm:spPr/>
      <dgm:t>
        <a:bodyPr/>
        <a:lstStyle/>
        <a:p>
          <a:endParaRPr lang="en-US"/>
        </a:p>
      </dgm:t>
    </dgm:pt>
    <dgm:pt modelId="{66C68CC2-30ED-4683-BDE5-33478A7D172B}" type="sibTrans" cxnId="{826C7605-CE24-4730-A8D1-C5DB3CE121FB}">
      <dgm:prSet/>
      <dgm:spPr/>
      <dgm:t>
        <a:bodyPr/>
        <a:lstStyle/>
        <a:p>
          <a:endParaRPr lang="en-US"/>
        </a:p>
      </dgm:t>
    </dgm:pt>
    <dgm:pt modelId="{DDF92951-AB4B-47D5-9596-E55625835C91}" type="pres">
      <dgm:prSet presAssocID="{468FA91D-E057-449E-A309-2B6B1E71644F}" presName="root" presStyleCnt="0">
        <dgm:presLayoutVars>
          <dgm:dir/>
          <dgm:resizeHandles val="exact"/>
        </dgm:presLayoutVars>
      </dgm:prSet>
      <dgm:spPr/>
    </dgm:pt>
    <dgm:pt modelId="{674F1E58-038D-4596-B239-BD9E2558F403}" type="pres">
      <dgm:prSet presAssocID="{468FA91D-E057-449E-A309-2B6B1E71644F}" presName="container" presStyleCnt="0">
        <dgm:presLayoutVars>
          <dgm:dir/>
          <dgm:resizeHandles val="exact"/>
        </dgm:presLayoutVars>
      </dgm:prSet>
      <dgm:spPr/>
    </dgm:pt>
    <dgm:pt modelId="{768921F9-1704-4318-A632-EED378501D09}" type="pres">
      <dgm:prSet presAssocID="{2E9FA994-2168-44AB-9C86-46C8365B79BF}" presName="compNode" presStyleCnt="0"/>
      <dgm:spPr/>
    </dgm:pt>
    <dgm:pt modelId="{5EFA2F29-2348-45B7-B626-849783E5A77D}" type="pres">
      <dgm:prSet presAssocID="{2E9FA994-2168-44AB-9C86-46C8365B79BF}" presName="iconBgRect" presStyleLbl="bgShp" presStyleIdx="0" presStyleCnt="4"/>
      <dgm:spPr/>
    </dgm:pt>
    <dgm:pt modelId="{267037AD-9331-428B-88FE-53BD153A33AC}" type="pres">
      <dgm:prSet presAssocID="{2E9FA994-2168-44AB-9C86-46C8365B79B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6514738B-3F1F-42D6-B65C-B6F9B27C0B7B}" type="pres">
      <dgm:prSet presAssocID="{2E9FA994-2168-44AB-9C86-46C8365B79BF}" presName="spaceRect" presStyleCnt="0"/>
      <dgm:spPr/>
    </dgm:pt>
    <dgm:pt modelId="{3A3C0B59-9C4C-4F91-B944-B6F30E81838F}" type="pres">
      <dgm:prSet presAssocID="{2E9FA994-2168-44AB-9C86-46C8365B79BF}" presName="textRect" presStyleLbl="revTx" presStyleIdx="0" presStyleCnt="4">
        <dgm:presLayoutVars>
          <dgm:chMax val="1"/>
          <dgm:chPref val="1"/>
        </dgm:presLayoutVars>
      </dgm:prSet>
      <dgm:spPr/>
    </dgm:pt>
    <dgm:pt modelId="{AD661A72-0093-4DC3-818C-095EB9C0B255}" type="pres">
      <dgm:prSet presAssocID="{219B2E4B-17B2-45DF-8DC8-A8D2B4021A99}" presName="sibTrans" presStyleLbl="sibTrans2D1" presStyleIdx="0" presStyleCnt="0"/>
      <dgm:spPr/>
    </dgm:pt>
    <dgm:pt modelId="{C982C21F-8796-4A44-B376-E8D0CD51C360}" type="pres">
      <dgm:prSet presAssocID="{6A1C48B5-7395-4DF9-BE67-47C0F65815EE}" presName="compNode" presStyleCnt="0"/>
      <dgm:spPr/>
    </dgm:pt>
    <dgm:pt modelId="{0A8C2B48-A90D-4544-8ED5-09253563B0FE}" type="pres">
      <dgm:prSet presAssocID="{6A1C48B5-7395-4DF9-BE67-47C0F65815EE}" presName="iconBgRect" presStyleLbl="bgShp" presStyleIdx="1" presStyleCnt="4"/>
      <dgm:spPr/>
    </dgm:pt>
    <dgm:pt modelId="{1E190C47-35C2-4A12-A3DC-F6812643C13C}" type="pres">
      <dgm:prSet presAssocID="{6A1C48B5-7395-4DF9-BE67-47C0F65815E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"/>
        </a:ext>
      </dgm:extLst>
    </dgm:pt>
    <dgm:pt modelId="{657FF107-086D-4048-B486-6DC04F8F6038}" type="pres">
      <dgm:prSet presAssocID="{6A1C48B5-7395-4DF9-BE67-47C0F65815EE}" presName="spaceRect" presStyleCnt="0"/>
      <dgm:spPr/>
    </dgm:pt>
    <dgm:pt modelId="{EC213B2A-E2EB-45BC-9536-BD06227D951D}" type="pres">
      <dgm:prSet presAssocID="{6A1C48B5-7395-4DF9-BE67-47C0F65815EE}" presName="textRect" presStyleLbl="revTx" presStyleIdx="1" presStyleCnt="4">
        <dgm:presLayoutVars>
          <dgm:chMax val="1"/>
          <dgm:chPref val="1"/>
        </dgm:presLayoutVars>
      </dgm:prSet>
      <dgm:spPr/>
    </dgm:pt>
    <dgm:pt modelId="{D50E0D68-1731-4BF1-916D-F5113AE0F0E6}" type="pres">
      <dgm:prSet presAssocID="{D01FA383-F725-427A-A132-E9B2E66530CA}" presName="sibTrans" presStyleLbl="sibTrans2D1" presStyleIdx="0" presStyleCnt="0"/>
      <dgm:spPr/>
    </dgm:pt>
    <dgm:pt modelId="{1C0CF112-BEBC-407F-BD12-D010287AC804}" type="pres">
      <dgm:prSet presAssocID="{6507F840-614D-4001-8784-C09033B77920}" presName="compNode" presStyleCnt="0"/>
      <dgm:spPr/>
    </dgm:pt>
    <dgm:pt modelId="{8596A5C4-2D37-4860-AB78-CF1CDE9AE241}" type="pres">
      <dgm:prSet presAssocID="{6507F840-614D-4001-8784-C09033B77920}" presName="iconBgRect" presStyleLbl="bgShp" presStyleIdx="2" presStyleCnt="4"/>
      <dgm:spPr/>
    </dgm:pt>
    <dgm:pt modelId="{05F2E4FF-BCB5-4045-9561-35460BADF41C}" type="pres">
      <dgm:prSet presAssocID="{6507F840-614D-4001-8784-C09033B7792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0688C1B-D7CB-4577-A7D8-121C3CCC79CD}" type="pres">
      <dgm:prSet presAssocID="{6507F840-614D-4001-8784-C09033B77920}" presName="spaceRect" presStyleCnt="0"/>
      <dgm:spPr/>
    </dgm:pt>
    <dgm:pt modelId="{BD46C3E6-0C6E-46E3-924C-576EBFF2F605}" type="pres">
      <dgm:prSet presAssocID="{6507F840-614D-4001-8784-C09033B77920}" presName="textRect" presStyleLbl="revTx" presStyleIdx="2" presStyleCnt="4">
        <dgm:presLayoutVars>
          <dgm:chMax val="1"/>
          <dgm:chPref val="1"/>
        </dgm:presLayoutVars>
      </dgm:prSet>
      <dgm:spPr/>
    </dgm:pt>
    <dgm:pt modelId="{2D829CE2-DB19-405A-A7D1-52259B87717C}" type="pres">
      <dgm:prSet presAssocID="{1694C183-97C9-4B51-8F2E-BF8CF5FEEB64}" presName="sibTrans" presStyleLbl="sibTrans2D1" presStyleIdx="0" presStyleCnt="0"/>
      <dgm:spPr/>
    </dgm:pt>
    <dgm:pt modelId="{F12A06E2-BBE5-4FDB-842D-C459BEE2A245}" type="pres">
      <dgm:prSet presAssocID="{FF0401B6-70BB-4026-8DA2-7959EB49A02A}" presName="compNode" presStyleCnt="0"/>
      <dgm:spPr/>
    </dgm:pt>
    <dgm:pt modelId="{D154004E-DCA9-4683-B5C1-305FD580E951}" type="pres">
      <dgm:prSet presAssocID="{FF0401B6-70BB-4026-8DA2-7959EB49A02A}" presName="iconBgRect" presStyleLbl="bgShp" presStyleIdx="3" presStyleCnt="4"/>
      <dgm:spPr/>
    </dgm:pt>
    <dgm:pt modelId="{F147C14D-3420-46BC-B684-52D6E16B9C1D}" type="pres">
      <dgm:prSet presAssocID="{FF0401B6-70BB-4026-8DA2-7959EB49A02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85296C8A-8691-4895-99F5-7293A0D7A70B}" type="pres">
      <dgm:prSet presAssocID="{FF0401B6-70BB-4026-8DA2-7959EB49A02A}" presName="spaceRect" presStyleCnt="0"/>
      <dgm:spPr/>
    </dgm:pt>
    <dgm:pt modelId="{EE269A63-D20D-433E-9CE6-DBDF29E095C0}" type="pres">
      <dgm:prSet presAssocID="{FF0401B6-70BB-4026-8DA2-7959EB49A02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26C7605-CE24-4730-A8D1-C5DB3CE121FB}" srcId="{468FA91D-E057-449E-A309-2B6B1E71644F}" destId="{FF0401B6-70BB-4026-8DA2-7959EB49A02A}" srcOrd="3" destOrd="0" parTransId="{0C386E28-2197-43B9-AD98-973E7D9E6D1B}" sibTransId="{66C68CC2-30ED-4683-BDE5-33478A7D172B}"/>
    <dgm:cxn modelId="{6DCD0606-A50F-4EC7-A0F2-9B8E32DAC955}" srcId="{468FA91D-E057-449E-A309-2B6B1E71644F}" destId="{2E9FA994-2168-44AB-9C86-46C8365B79BF}" srcOrd="0" destOrd="0" parTransId="{1E2A4D6E-2C02-4160-A21E-222F187B37C1}" sibTransId="{219B2E4B-17B2-45DF-8DC8-A8D2B4021A99}"/>
    <dgm:cxn modelId="{7932CB30-5724-D54E-A756-2E722F3CB7F1}" type="presOf" srcId="{468FA91D-E057-449E-A309-2B6B1E71644F}" destId="{DDF92951-AB4B-47D5-9596-E55625835C91}" srcOrd="0" destOrd="0" presId="urn:microsoft.com/office/officeart/2018/2/layout/IconCircleList"/>
    <dgm:cxn modelId="{5B605565-2E17-744E-95D6-492406DCC4D4}" type="presOf" srcId="{6507F840-614D-4001-8784-C09033B77920}" destId="{BD46C3E6-0C6E-46E3-924C-576EBFF2F605}" srcOrd="0" destOrd="0" presId="urn:microsoft.com/office/officeart/2018/2/layout/IconCircleList"/>
    <dgm:cxn modelId="{D5525877-0646-4C87-B618-6B893E207A3A}" srcId="{468FA91D-E057-449E-A309-2B6B1E71644F}" destId="{6507F840-614D-4001-8784-C09033B77920}" srcOrd="2" destOrd="0" parTransId="{4C12C8B4-AD3C-4F52-9DC9-C03ECD0B4AB0}" sibTransId="{1694C183-97C9-4B51-8F2E-BF8CF5FEEB64}"/>
    <dgm:cxn modelId="{B3E99D7E-21A5-5643-A670-6FAF3002B322}" type="presOf" srcId="{FF0401B6-70BB-4026-8DA2-7959EB49A02A}" destId="{EE269A63-D20D-433E-9CE6-DBDF29E095C0}" srcOrd="0" destOrd="0" presId="urn:microsoft.com/office/officeart/2018/2/layout/IconCircleList"/>
    <dgm:cxn modelId="{1891E09E-275C-C04E-B362-2AF8355AEC81}" type="presOf" srcId="{6A1C48B5-7395-4DF9-BE67-47C0F65815EE}" destId="{EC213B2A-E2EB-45BC-9536-BD06227D951D}" srcOrd="0" destOrd="0" presId="urn:microsoft.com/office/officeart/2018/2/layout/IconCircleList"/>
    <dgm:cxn modelId="{8297B8AE-9CE6-4A48-99DB-12F23BA96447}" type="presOf" srcId="{1694C183-97C9-4B51-8F2E-BF8CF5FEEB64}" destId="{2D829CE2-DB19-405A-A7D1-52259B87717C}" srcOrd="0" destOrd="0" presId="urn:microsoft.com/office/officeart/2018/2/layout/IconCircleList"/>
    <dgm:cxn modelId="{478AF7C8-77CC-4F1D-862E-DC63F61525D6}" srcId="{468FA91D-E057-449E-A309-2B6B1E71644F}" destId="{6A1C48B5-7395-4DF9-BE67-47C0F65815EE}" srcOrd="1" destOrd="0" parTransId="{F4BC4555-C320-4BB6-9AC4-DFBECD966320}" sibTransId="{D01FA383-F725-427A-A132-E9B2E66530CA}"/>
    <dgm:cxn modelId="{7CE0FACD-1170-2549-8DB1-0A8C6DED6A77}" type="presOf" srcId="{2E9FA994-2168-44AB-9C86-46C8365B79BF}" destId="{3A3C0B59-9C4C-4F91-B944-B6F30E81838F}" srcOrd="0" destOrd="0" presId="urn:microsoft.com/office/officeart/2018/2/layout/IconCircleList"/>
    <dgm:cxn modelId="{AD8BC7DC-0C6B-AA4B-9037-1F5BBDCFD1BD}" type="presOf" srcId="{219B2E4B-17B2-45DF-8DC8-A8D2B4021A99}" destId="{AD661A72-0093-4DC3-818C-095EB9C0B255}" srcOrd="0" destOrd="0" presId="urn:microsoft.com/office/officeart/2018/2/layout/IconCircleList"/>
    <dgm:cxn modelId="{420F12EE-4B32-8444-9D37-4A832E929EE3}" type="presOf" srcId="{D01FA383-F725-427A-A132-E9B2E66530CA}" destId="{D50E0D68-1731-4BF1-916D-F5113AE0F0E6}" srcOrd="0" destOrd="0" presId="urn:microsoft.com/office/officeart/2018/2/layout/IconCircleList"/>
    <dgm:cxn modelId="{D479831A-163E-2846-BCFA-AFFA20D7F899}" type="presParOf" srcId="{DDF92951-AB4B-47D5-9596-E55625835C91}" destId="{674F1E58-038D-4596-B239-BD9E2558F403}" srcOrd="0" destOrd="0" presId="urn:microsoft.com/office/officeart/2018/2/layout/IconCircleList"/>
    <dgm:cxn modelId="{E2718F16-40FA-EE42-AC07-26808562197B}" type="presParOf" srcId="{674F1E58-038D-4596-B239-BD9E2558F403}" destId="{768921F9-1704-4318-A632-EED378501D09}" srcOrd="0" destOrd="0" presId="urn:microsoft.com/office/officeart/2018/2/layout/IconCircleList"/>
    <dgm:cxn modelId="{F26C69A5-1886-574B-BA12-D795F5C80910}" type="presParOf" srcId="{768921F9-1704-4318-A632-EED378501D09}" destId="{5EFA2F29-2348-45B7-B626-849783E5A77D}" srcOrd="0" destOrd="0" presId="urn:microsoft.com/office/officeart/2018/2/layout/IconCircleList"/>
    <dgm:cxn modelId="{2C88034B-1EB5-464E-9005-1FA48B12BC31}" type="presParOf" srcId="{768921F9-1704-4318-A632-EED378501D09}" destId="{267037AD-9331-428B-88FE-53BD153A33AC}" srcOrd="1" destOrd="0" presId="urn:microsoft.com/office/officeart/2018/2/layout/IconCircleList"/>
    <dgm:cxn modelId="{1C665A8A-31A9-9440-A6B2-B2CD2AF9A00A}" type="presParOf" srcId="{768921F9-1704-4318-A632-EED378501D09}" destId="{6514738B-3F1F-42D6-B65C-B6F9B27C0B7B}" srcOrd="2" destOrd="0" presId="urn:microsoft.com/office/officeart/2018/2/layout/IconCircleList"/>
    <dgm:cxn modelId="{776BC631-2A25-DE4D-AADA-7DA4473479B3}" type="presParOf" srcId="{768921F9-1704-4318-A632-EED378501D09}" destId="{3A3C0B59-9C4C-4F91-B944-B6F30E81838F}" srcOrd="3" destOrd="0" presId="urn:microsoft.com/office/officeart/2018/2/layout/IconCircleList"/>
    <dgm:cxn modelId="{7816068C-E18C-6243-8C51-7A9A4BC64638}" type="presParOf" srcId="{674F1E58-038D-4596-B239-BD9E2558F403}" destId="{AD661A72-0093-4DC3-818C-095EB9C0B255}" srcOrd="1" destOrd="0" presId="urn:microsoft.com/office/officeart/2018/2/layout/IconCircleList"/>
    <dgm:cxn modelId="{08A9E32A-B809-0C4F-AEDA-21533F0802E0}" type="presParOf" srcId="{674F1E58-038D-4596-B239-BD9E2558F403}" destId="{C982C21F-8796-4A44-B376-E8D0CD51C360}" srcOrd="2" destOrd="0" presId="urn:microsoft.com/office/officeart/2018/2/layout/IconCircleList"/>
    <dgm:cxn modelId="{BB1DB588-EA77-B04A-BBE3-BF7D992D8697}" type="presParOf" srcId="{C982C21F-8796-4A44-B376-E8D0CD51C360}" destId="{0A8C2B48-A90D-4544-8ED5-09253563B0FE}" srcOrd="0" destOrd="0" presId="urn:microsoft.com/office/officeart/2018/2/layout/IconCircleList"/>
    <dgm:cxn modelId="{2FD31F24-550B-FE45-82A1-8BB067DEDDE2}" type="presParOf" srcId="{C982C21F-8796-4A44-B376-E8D0CD51C360}" destId="{1E190C47-35C2-4A12-A3DC-F6812643C13C}" srcOrd="1" destOrd="0" presId="urn:microsoft.com/office/officeart/2018/2/layout/IconCircleList"/>
    <dgm:cxn modelId="{E3193FC1-CBEE-234C-8A11-2F19D891B334}" type="presParOf" srcId="{C982C21F-8796-4A44-B376-E8D0CD51C360}" destId="{657FF107-086D-4048-B486-6DC04F8F6038}" srcOrd="2" destOrd="0" presId="urn:microsoft.com/office/officeart/2018/2/layout/IconCircleList"/>
    <dgm:cxn modelId="{9396B32F-F372-2D4F-9E4A-3F8D45902792}" type="presParOf" srcId="{C982C21F-8796-4A44-B376-E8D0CD51C360}" destId="{EC213B2A-E2EB-45BC-9536-BD06227D951D}" srcOrd="3" destOrd="0" presId="urn:microsoft.com/office/officeart/2018/2/layout/IconCircleList"/>
    <dgm:cxn modelId="{C4F69444-FAFD-5A4B-B054-417FB4BB0A94}" type="presParOf" srcId="{674F1E58-038D-4596-B239-BD9E2558F403}" destId="{D50E0D68-1731-4BF1-916D-F5113AE0F0E6}" srcOrd="3" destOrd="0" presId="urn:microsoft.com/office/officeart/2018/2/layout/IconCircleList"/>
    <dgm:cxn modelId="{A6AB44DC-6549-2D47-83CD-93129C2EA66F}" type="presParOf" srcId="{674F1E58-038D-4596-B239-BD9E2558F403}" destId="{1C0CF112-BEBC-407F-BD12-D010287AC804}" srcOrd="4" destOrd="0" presId="urn:microsoft.com/office/officeart/2018/2/layout/IconCircleList"/>
    <dgm:cxn modelId="{26E16658-B6B3-5649-97E3-CF9E49ED7A00}" type="presParOf" srcId="{1C0CF112-BEBC-407F-BD12-D010287AC804}" destId="{8596A5C4-2D37-4860-AB78-CF1CDE9AE241}" srcOrd="0" destOrd="0" presId="urn:microsoft.com/office/officeart/2018/2/layout/IconCircleList"/>
    <dgm:cxn modelId="{CD939267-CA7A-A745-94C1-7AEEAB3014F9}" type="presParOf" srcId="{1C0CF112-BEBC-407F-BD12-D010287AC804}" destId="{05F2E4FF-BCB5-4045-9561-35460BADF41C}" srcOrd="1" destOrd="0" presId="urn:microsoft.com/office/officeart/2018/2/layout/IconCircleList"/>
    <dgm:cxn modelId="{304C49AD-49C4-F644-A943-08405DA49838}" type="presParOf" srcId="{1C0CF112-BEBC-407F-BD12-D010287AC804}" destId="{80688C1B-D7CB-4577-A7D8-121C3CCC79CD}" srcOrd="2" destOrd="0" presId="urn:microsoft.com/office/officeart/2018/2/layout/IconCircleList"/>
    <dgm:cxn modelId="{8E08067B-6F20-5848-BEFF-7C98DF7FFC2D}" type="presParOf" srcId="{1C0CF112-BEBC-407F-BD12-D010287AC804}" destId="{BD46C3E6-0C6E-46E3-924C-576EBFF2F605}" srcOrd="3" destOrd="0" presId="urn:microsoft.com/office/officeart/2018/2/layout/IconCircleList"/>
    <dgm:cxn modelId="{3957FE59-CF7D-084A-ABC4-3C261FC5C6A2}" type="presParOf" srcId="{674F1E58-038D-4596-B239-BD9E2558F403}" destId="{2D829CE2-DB19-405A-A7D1-52259B87717C}" srcOrd="5" destOrd="0" presId="urn:microsoft.com/office/officeart/2018/2/layout/IconCircleList"/>
    <dgm:cxn modelId="{45B68198-7B9E-1B4D-8678-A5E1B14C64A3}" type="presParOf" srcId="{674F1E58-038D-4596-B239-BD9E2558F403}" destId="{F12A06E2-BBE5-4FDB-842D-C459BEE2A245}" srcOrd="6" destOrd="0" presId="urn:microsoft.com/office/officeart/2018/2/layout/IconCircleList"/>
    <dgm:cxn modelId="{F9E3EE75-26C6-364A-A8FC-1076F3C41F86}" type="presParOf" srcId="{F12A06E2-BBE5-4FDB-842D-C459BEE2A245}" destId="{D154004E-DCA9-4683-B5C1-305FD580E951}" srcOrd="0" destOrd="0" presId="urn:microsoft.com/office/officeart/2018/2/layout/IconCircleList"/>
    <dgm:cxn modelId="{DF00F2C3-DE1C-E64B-ABEC-04259033C81A}" type="presParOf" srcId="{F12A06E2-BBE5-4FDB-842D-C459BEE2A245}" destId="{F147C14D-3420-46BC-B684-52D6E16B9C1D}" srcOrd="1" destOrd="0" presId="urn:microsoft.com/office/officeart/2018/2/layout/IconCircleList"/>
    <dgm:cxn modelId="{FD17F1CC-5D6F-A049-A64B-5FB0542DF9D7}" type="presParOf" srcId="{F12A06E2-BBE5-4FDB-842D-C459BEE2A245}" destId="{85296C8A-8691-4895-99F5-7293A0D7A70B}" srcOrd="2" destOrd="0" presId="urn:microsoft.com/office/officeart/2018/2/layout/IconCircleList"/>
    <dgm:cxn modelId="{EA6746CE-36E5-FD44-BB1E-419B537DE52A}" type="presParOf" srcId="{F12A06E2-BBE5-4FDB-842D-C459BEE2A245}" destId="{EE269A63-D20D-433E-9CE6-DBDF29E095C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A98A7F8-D2D3-4689-B979-7E3D2A3490EF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9AD58DE-22A3-4D69-AB3C-390C64A34DF6}">
      <dgm:prSet/>
      <dgm:spPr/>
      <dgm:t>
        <a:bodyPr/>
        <a:lstStyle/>
        <a:p>
          <a:pPr>
            <a:defRPr cap="all"/>
          </a:pPr>
          <a:r>
            <a:rPr lang="en-US"/>
            <a:t>Base estimators: RF (200 trees), XGBoost (500 rounds), LightGBM (300 leaves).</a:t>
          </a:r>
        </a:p>
      </dgm:t>
    </dgm:pt>
    <dgm:pt modelId="{596DF9A8-7D9D-447D-8871-F44069CBD7BB}" type="parTrans" cxnId="{CCBF727D-CD2C-4C1E-9AA4-5093849103E0}">
      <dgm:prSet/>
      <dgm:spPr/>
      <dgm:t>
        <a:bodyPr/>
        <a:lstStyle/>
        <a:p>
          <a:endParaRPr lang="en-US"/>
        </a:p>
      </dgm:t>
    </dgm:pt>
    <dgm:pt modelId="{A0FC6086-53FB-4EEB-BB7F-BDE5D08D7270}" type="sibTrans" cxnId="{CCBF727D-CD2C-4C1E-9AA4-5093849103E0}">
      <dgm:prSet/>
      <dgm:spPr/>
      <dgm:t>
        <a:bodyPr/>
        <a:lstStyle/>
        <a:p>
          <a:endParaRPr lang="en-US"/>
        </a:p>
      </dgm:t>
    </dgm:pt>
    <dgm:pt modelId="{FFC33DAE-680C-43CE-B75B-78F93DFCC3C1}">
      <dgm:prSet/>
      <dgm:spPr/>
      <dgm:t>
        <a:bodyPr/>
        <a:lstStyle/>
        <a:p>
          <a:pPr>
            <a:defRPr cap="all"/>
          </a:pPr>
          <a:r>
            <a:rPr lang="en-US"/>
            <a:t>Soft-voting weights tuned via 5-fold CV (0.4/0.35/0.25).</a:t>
          </a:r>
        </a:p>
      </dgm:t>
    </dgm:pt>
    <dgm:pt modelId="{3064813F-4E51-442A-BA86-913F024FF2FA}" type="parTrans" cxnId="{A1E09B7B-F31A-4AEC-8483-F647160ECB6B}">
      <dgm:prSet/>
      <dgm:spPr/>
      <dgm:t>
        <a:bodyPr/>
        <a:lstStyle/>
        <a:p>
          <a:endParaRPr lang="en-US"/>
        </a:p>
      </dgm:t>
    </dgm:pt>
    <dgm:pt modelId="{06030254-CA53-4B59-90BD-8FDED24D8499}" type="sibTrans" cxnId="{A1E09B7B-F31A-4AEC-8483-F647160ECB6B}">
      <dgm:prSet/>
      <dgm:spPr/>
      <dgm:t>
        <a:bodyPr/>
        <a:lstStyle/>
        <a:p>
          <a:endParaRPr lang="en-US"/>
        </a:p>
      </dgm:t>
    </dgm:pt>
    <dgm:pt modelId="{221C17B3-8C03-414B-8F3B-90136A6F096F}">
      <dgm:prSet/>
      <dgm:spPr/>
      <dgm:t>
        <a:bodyPr/>
        <a:lstStyle/>
        <a:p>
          <a:pPr>
            <a:defRPr cap="all"/>
          </a:pPr>
          <a:r>
            <a:rPr lang="en-US"/>
            <a:t>SMOTE+ENN cleansing improves minority F1 from 0.82 → 0.96.</a:t>
          </a:r>
        </a:p>
      </dgm:t>
    </dgm:pt>
    <dgm:pt modelId="{4A15CF0F-5B0E-48E7-A463-7E01728A76C6}" type="parTrans" cxnId="{CB2F90F1-1ED3-43CB-B366-33F49B7FC64F}">
      <dgm:prSet/>
      <dgm:spPr/>
      <dgm:t>
        <a:bodyPr/>
        <a:lstStyle/>
        <a:p>
          <a:endParaRPr lang="en-US"/>
        </a:p>
      </dgm:t>
    </dgm:pt>
    <dgm:pt modelId="{B4F480AC-EB08-49F7-8604-E5CDC1F62217}" type="sibTrans" cxnId="{CB2F90F1-1ED3-43CB-B366-33F49B7FC64F}">
      <dgm:prSet/>
      <dgm:spPr/>
      <dgm:t>
        <a:bodyPr/>
        <a:lstStyle/>
        <a:p>
          <a:endParaRPr lang="en-US"/>
        </a:p>
      </dgm:t>
    </dgm:pt>
    <dgm:pt modelId="{78037EAD-A94C-4267-9F30-55587A94ED8C}">
      <dgm:prSet/>
      <dgm:spPr/>
      <dgm:t>
        <a:bodyPr/>
        <a:lstStyle/>
        <a:p>
          <a:pPr>
            <a:defRPr cap="all"/>
          </a:pPr>
          <a:r>
            <a:rPr lang="en-US"/>
            <a:t>Model registry versioned in MLflow w/ SHA-digest tags.</a:t>
          </a:r>
        </a:p>
      </dgm:t>
    </dgm:pt>
    <dgm:pt modelId="{656C657F-365A-4C27-AA80-6185A62CBA73}" type="parTrans" cxnId="{5652F7C0-B002-418A-9EB1-B9E038BA4284}">
      <dgm:prSet/>
      <dgm:spPr/>
      <dgm:t>
        <a:bodyPr/>
        <a:lstStyle/>
        <a:p>
          <a:endParaRPr lang="en-US"/>
        </a:p>
      </dgm:t>
    </dgm:pt>
    <dgm:pt modelId="{2D7615F6-B98B-41B8-81B9-455BA0F55DC3}" type="sibTrans" cxnId="{5652F7C0-B002-418A-9EB1-B9E038BA4284}">
      <dgm:prSet/>
      <dgm:spPr/>
      <dgm:t>
        <a:bodyPr/>
        <a:lstStyle/>
        <a:p>
          <a:endParaRPr lang="en-US"/>
        </a:p>
      </dgm:t>
    </dgm:pt>
    <dgm:pt modelId="{0C296747-8276-4A15-AE9B-406A9E155CA4}" type="pres">
      <dgm:prSet presAssocID="{FA98A7F8-D2D3-4689-B979-7E3D2A3490EF}" presName="root" presStyleCnt="0">
        <dgm:presLayoutVars>
          <dgm:dir/>
          <dgm:resizeHandles val="exact"/>
        </dgm:presLayoutVars>
      </dgm:prSet>
      <dgm:spPr/>
    </dgm:pt>
    <dgm:pt modelId="{7CF03B70-E3A9-4039-A3F6-9B1A641BDF59}" type="pres">
      <dgm:prSet presAssocID="{A9AD58DE-22A3-4D69-AB3C-390C64A34DF6}" presName="compNode" presStyleCnt="0"/>
      <dgm:spPr/>
    </dgm:pt>
    <dgm:pt modelId="{E559317D-1335-4784-AA5A-939EEF646AA2}" type="pres">
      <dgm:prSet presAssocID="{A9AD58DE-22A3-4D69-AB3C-390C64A34DF6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D8ADECA9-A8C9-47F6-B015-D566594A214A}" type="pres">
      <dgm:prSet presAssocID="{A9AD58DE-22A3-4D69-AB3C-390C64A34DF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344F4125-2886-488A-87D4-024DFA81E152}" type="pres">
      <dgm:prSet presAssocID="{A9AD58DE-22A3-4D69-AB3C-390C64A34DF6}" presName="spaceRect" presStyleCnt="0"/>
      <dgm:spPr/>
    </dgm:pt>
    <dgm:pt modelId="{9D95B6D1-8CEC-4DD4-96D4-8AAB10AEE925}" type="pres">
      <dgm:prSet presAssocID="{A9AD58DE-22A3-4D69-AB3C-390C64A34DF6}" presName="textRect" presStyleLbl="revTx" presStyleIdx="0" presStyleCnt="4">
        <dgm:presLayoutVars>
          <dgm:chMax val="1"/>
          <dgm:chPref val="1"/>
        </dgm:presLayoutVars>
      </dgm:prSet>
      <dgm:spPr/>
    </dgm:pt>
    <dgm:pt modelId="{71C3E27C-4098-4F6B-A10E-620EE7A764CE}" type="pres">
      <dgm:prSet presAssocID="{A0FC6086-53FB-4EEB-BB7F-BDE5D08D7270}" presName="sibTrans" presStyleCnt="0"/>
      <dgm:spPr/>
    </dgm:pt>
    <dgm:pt modelId="{2DE35A5F-808A-4FD2-AE4C-26A9011503A6}" type="pres">
      <dgm:prSet presAssocID="{FFC33DAE-680C-43CE-B75B-78F93DFCC3C1}" presName="compNode" presStyleCnt="0"/>
      <dgm:spPr/>
    </dgm:pt>
    <dgm:pt modelId="{C12CB395-B310-4B08-BDB4-8D8AD8B27444}" type="pres">
      <dgm:prSet presAssocID="{FFC33DAE-680C-43CE-B75B-78F93DFCC3C1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DDBBBDF9-10F7-4967-8121-9175F77FCB38}" type="pres">
      <dgm:prSet presAssocID="{FFC33DAE-680C-43CE-B75B-78F93DFCC3C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umbbell"/>
        </a:ext>
      </dgm:extLst>
    </dgm:pt>
    <dgm:pt modelId="{EF89F425-EB52-438D-94D0-F3C4E35A3097}" type="pres">
      <dgm:prSet presAssocID="{FFC33DAE-680C-43CE-B75B-78F93DFCC3C1}" presName="spaceRect" presStyleCnt="0"/>
      <dgm:spPr/>
    </dgm:pt>
    <dgm:pt modelId="{66912448-8E50-4A58-A439-7E1F4894150F}" type="pres">
      <dgm:prSet presAssocID="{FFC33DAE-680C-43CE-B75B-78F93DFCC3C1}" presName="textRect" presStyleLbl="revTx" presStyleIdx="1" presStyleCnt="4">
        <dgm:presLayoutVars>
          <dgm:chMax val="1"/>
          <dgm:chPref val="1"/>
        </dgm:presLayoutVars>
      </dgm:prSet>
      <dgm:spPr/>
    </dgm:pt>
    <dgm:pt modelId="{EC28703D-1D57-4CB8-BEAE-E7EE1E9CF4A6}" type="pres">
      <dgm:prSet presAssocID="{06030254-CA53-4B59-90BD-8FDED24D8499}" presName="sibTrans" presStyleCnt="0"/>
      <dgm:spPr/>
    </dgm:pt>
    <dgm:pt modelId="{425FE560-16C0-4FB4-A25C-58556C3D057F}" type="pres">
      <dgm:prSet presAssocID="{221C17B3-8C03-414B-8F3B-90136A6F096F}" presName="compNode" presStyleCnt="0"/>
      <dgm:spPr/>
    </dgm:pt>
    <dgm:pt modelId="{48E049CC-B8A0-4875-9A69-7A2EB348CC90}" type="pres">
      <dgm:prSet presAssocID="{221C17B3-8C03-414B-8F3B-90136A6F096F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95C1A939-E16F-4583-8806-7D05D666D9A1}" type="pres">
      <dgm:prSet presAssocID="{221C17B3-8C03-414B-8F3B-90136A6F096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d"/>
        </a:ext>
      </dgm:extLst>
    </dgm:pt>
    <dgm:pt modelId="{2B4E61BC-CD87-4E66-8CDB-FCE7AB868FEE}" type="pres">
      <dgm:prSet presAssocID="{221C17B3-8C03-414B-8F3B-90136A6F096F}" presName="spaceRect" presStyleCnt="0"/>
      <dgm:spPr/>
    </dgm:pt>
    <dgm:pt modelId="{86F9338B-C226-4D84-97F7-3AB153B959BB}" type="pres">
      <dgm:prSet presAssocID="{221C17B3-8C03-414B-8F3B-90136A6F096F}" presName="textRect" presStyleLbl="revTx" presStyleIdx="2" presStyleCnt="4">
        <dgm:presLayoutVars>
          <dgm:chMax val="1"/>
          <dgm:chPref val="1"/>
        </dgm:presLayoutVars>
      </dgm:prSet>
      <dgm:spPr/>
    </dgm:pt>
    <dgm:pt modelId="{C946D8BA-5A64-456E-96F9-7BB2A450CD89}" type="pres">
      <dgm:prSet presAssocID="{B4F480AC-EB08-49F7-8604-E5CDC1F62217}" presName="sibTrans" presStyleCnt="0"/>
      <dgm:spPr/>
    </dgm:pt>
    <dgm:pt modelId="{AEF59A78-1167-44A3-8645-D0A9E1BC8352}" type="pres">
      <dgm:prSet presAssocID="{78037EAD-A94C-4267-9F30-55587A94ED8C}" presName="compNode" presStyleCnt="0"/>
      <dgm:spPr/>
    </dgm:pt>
    <dgm:pt modelId="{A3BD9B04-B0E8-4097-8B25-809BFD801567}" type="pres">
      <dgm:prSet presAssocID="{78037EAD-A94C-4267-9F30-55587A94ED8C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61C7DD8F-D005-42FD-87CF-3EE69F01157B}" type="pres">
      <dgm:prSet presAssocID="{78037EAD-A94C-4267-9F30-55587A94ED8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5F50B047-C1B3-44C6-B5AD-5FBBB0558D85}" type="pres">
      <dgm:prSet presAssocID="{78037EAD-A94C-4267-9F30-55587A94ED8C}" presName="spaceRect" presStyleCnt="0"/>
      <dgm:spPr/>
    </dgm:pt>
    <dgm:pt modelId="{F507D1CA-AEE6-4B12-922A-A8753C0688EA}" type="pres">
      <dgm:prSet presAssocID="{78037EAD-A94C-4267-9F30-55587A94ED8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AC57351-94BA-4FB1-94CE-20735E7FEEA5}" type="presOf" srcId="{78037EAD-A94C-4267-9F30-55587A94ED8C}" destId="{F507D1CA-AEE6-4B12-922A-A8753C0688EA}" srcOrd="0" destOrd="0" presId="urn:microsoft.com/office/officeart/2018/5/layout/IconLeafLabelList"/>
    <dgm:cxn modelId="{9DF43253-2E24-431A-B210-9B4C5863464F}" type="presOf" srcId="{A9AD58DE-22A3-4D69-AB3C-390C64A34DF6}" destId="{9D95B6D1-8CEC-4DD4-96D4-8AAB10AEE925}" srcOrd="0" destOrd="0" presId="urn:microsoft.com/office/officeart/2018/5/layout/IconLeafLabelList"/>
    <dgm:cxn modelId="{A1E09B7B-F31A-4AEC-8483-F647160ECB6B}" srcId="{FA98A7F8-D2D3-4689-B979-7E3D2A3490EF}" destId="{FFC33DAE-680C-43CE-B75B-78F93DFCC3C1}" srcOrd="1" destOrd="0" parTransId="{3064813F-4E51-442A-BA86-913F024FF2FA}" sibTransId="{06030254-CA53-4B59-90BD-8FDED24D8499}"/>
    <dgm:cxn modelId="{CCBF727D-CD2C-4C1E-9AA4-5093849103E0}" srcId="{FA98A7F8-D2D3-4689-B979-7E3D2A3490EF}" destId="{A9AD58DE-22A3-4D69-AB3C-390C64A34DF6}" srcOrd="0" destOrd="0" parTransId="{596DF9A8-7D9D-447D-8871-F44069CBD7BB}" sibTransId="{A0FC6086-53FB-4EEB-BB7F-BDE5D08D7270}"/>
    <dgm:cxn modelId="{5652F7C0-B002-418A-9EB1-B9E038BA4284}" srcId="{FA98A7F8-D2D3-4689-B979-7E3D2A3490EF}" destId="{78037EAD-A94C-4267-9F30-55587A94ED8C}" srcOrd="3" destOrd="0" parTransId="{656C657F-365A-4C27-AA80-6185A62CBA73}" sibTransId="{2D7615F6-B98B-41B8-81B9-455BA0F55DC3}"/>
    <dgm:cxn modelId="{1D2DB0C5-3096-449F-90B8-06B1E2D2533B}" type="presOf" srcId="{FFC33DAE-680C-43CE-B75B-78F93DFCC3C1}" destId="{66912448-8E50-4A58-A439-7E1F4894150F}" srcOrd="0" destOrd="0" presId="urn:microsoft.com/office/officeart/2018/5/layout/IconLeafLabelList"/>
    <dgm:cxn modelId="{D64F25C6-0D5B-4DC0-A551-FE43FB1EFF50}" type="presOf" srcId="{221C17B3-8C03-414B-8F3B-90136A6F096F}" destId="{86F9338B-C226-4D84-97F7-3AB153B959BB}" srcOrd="0" destOrd="0" presId="urn:microsoft.com/office/officeart/2018/5/layout/IconLeafLabelList"/>
    <dgm:cxn modelId="{83E6A4E1-CD0A-4C74-83D0-7D8870196F33}" type="presOf" srcId="{FA98A7F8-D2D3-4689-B979-7E3D2A3490EF}" destId="{0C296747-8276-4A15-AE9B-406A9E155CA4}" srcOrd="0" destOrd="0" presId="urn:microsoft.com/office/officeart/2018/5/layout/IconLeafLabelList"/>
    <dgm:cxn modelId="{CB2F90F1-1ED3-43CB-B366-33F49B7FC64F}" srcId="{FA98A7F8-D2D3-4689-B979-7E3D2A3490EF}" destId="{221C17B3-8C03-414B-8F3B-90136A6F096F}" srcOrd="2" destOrd="0" parTransId="{4A15CF0F-5B0E-48E7-A463-7E01728A76C6}" sibTransId="{B4F480AC-EB08-49F7-8604-E5CDC1F62217}"/>
    <dgm:cxn modelId="{8649E3C8-6773-4A23-9BA9-9B5A031684F0}" type="presParOf" srcId="{0C296747-8276-4A15-AE9B-406A9E155CA4}" destId="{7CF03B70-E3A9-4039-A3F6-9B1A641BDF59}" srcOrd="0" destOrd="0" presId="urn:microsoft.com/office/officeart/2018/5/layout/IconLeafLabelList"/>
    <dgm:cxn modelId="{F0F6EFF8-D94B-4ACB-B79B-1BB47A2FB4B3}" type="presParOf" srcId="{7CF03B70-E3A9-4039-A3F6-9B1A641BDF59}" destId="{E559317D-1335-4784-AA5A-939EEF646AA2}" srcOrd="0" destOrd="0" presId="urn:microsoft.com/office/officeart/2018/5/layout/IconLeafLabelList"/>
    <dgm:cxn modelId="{2A74CCF0-6AF7-48ED-9F12-17007AB9CCB0}" type="presParOf" srcId="{7CF03B70-E3A9-4039-A3F6-9B1A641BDF59}" destId="{D8ADECA9-A8C9-47F6-B015-D566594A214A}" srcOrd="1" destOrd="0" presId="urn:microsoft.com/office/officeart/2018/5/layout/IconLeafLabelList"/>
    <dgm:cxn modelId="{696D44D9-5742-48E2-85ED-3E46139085F6}" type="presParOf" srcId="{7CF03B70-E3A9-4039-A3F6-9B1A641BDF59}" destId="{344F4125-2886-488A-87D4-024DFA81E152}" srcOrd="2" destOrd="0" presId="urn:microsoft.com/office/officeart/2018/5/layout/IconLeafLabelList"/>
    <dgm:cxn modelId="{D7FEEFC8-A67A-493A-A055-A9B813F5CF9B}" type="presParOf" srcId="{7CF03B70-E3A9-4039-A3F6-9B1A641BDF59}" destId="{9D95B6D1-8CEC-4DD4-96D4-8AAB10AEE925}" srcOrd="3" destOrd="0" presId="urn:microsoft.com/office/officeart/2018/5/layout/IconLeafLabelList"/>
    <dgm:cxn modelId="{642FF3FC-6B1C-4201-9ED7-0966596F66F3}" type="presParOf" srcId="{0C296747-8276-4A15-AE9B-406A9E155CA4}" destId="{71C3E27C-4098-4F6B-A10E-620EE7A764CE}" srcOrd="1" destOrd="0" presId="urn:microsoft.com/office/officeart/2018/5/layout/IconLeafLabelList"/>
    <dgm:cxn modelId="{FF08E71E-5DA2-454D-BB9D-E2298E29B2A9}" type="presParOf" srcId="{0C296747-8276-4A15-AE9B-406A9E155CA4}" destId="{2DE35A5F-808A-4FD2-AE4C-26A9011503A6}" srcOrd="2" destOrd="0" presId="urn:microsoft.com/office/officeart/2018/5/layout/IconLeafLabelList"/>
    <dgm:cxn modelId="{BFAF5FF8-C3E2-4DD2-B074-D1A1E12E5B70}" type="presParOf" srcId="{2DE35A5F-808A-4FD2-AE4C-26A9011503A6}" destId="{C12CB395-B310-4B08-BDB4-8D8AD8B27444}" srcOrd="0" destOrd="0" presId="urn:microsoft.com/office/officeart/2018/5/layout/IconLeafLabelList"/>
    <dgm:cxn modelId="{F76D610F-EF80-4EA3-9DBE-57FA3EB7664C}" type="presParOf" srcId="{2DE35A5F-808A-4FD2-AE4C-26A9011503A6}" destId="{DDBBBDF9-10F7-4967-8121-9175F77FCB38}" srcOrd="1" destOrd="0" presId="urn:microsoft.com/office/officeart/2018/5/layout/IconLeafLabelList"/>
    <dgm:cxn modelId="{F415EE78-1679-483D-909E-9A71DB566667}" type="presParOf" srcId="{2DE35A5F-808A-4FD2-AE4C-26A9011503A6}" destId="{EF89F425-EB52-438D-94D0-F3C4E35A3097}" srcOrd="2" destOrd="0" presId="urn:microsoft.com/office/officeart/2018/5/layout/IconLeafLabelList"/>
    <dgm:cxn modelId="{B9094BA1-6126-42E9-B124-E0D2FC8AB195}" type="presParOf" srcId="{2DE35A5F-808A-4FD2-AE4C-26A9011503A6}" destId="{66912448-8E50-4A58-A439-7E1F4894150F}" srcOrd="3" destOrd="0" presId="urn:microsoft.com/office/officeart/2018/5/layout/IconLeafLabelList"/>
    <dgm:cxn modelId="{4AB8CF7F-74CF-40CB-AFDE-C28923FFD27E}" type="presParOf" srcId="{0C296747-8276-4A15-AE9B-406A9E155CA4}" destId="{EC28703D-1D57-4CB8-BEAE-E7EE1E9CF4A6}" srcOrd="3" destOrd="0" presId="urn:microsoft.com/office/officeart/2018/5/layout/IconLeafLabelList"/>
    <dgm:cxn modelId="{550BD84E-C2F5-44FC-BE52-DF45CE08BFAA}" type="presParOf" srcId="{0C296747-8276-4A15-AE9B-406A9E155CA4}" destId="{425FE560-16C0-4FB4-A25C-58556C3D057F}" srcOrd="4" destOrd="0" presId="urn:microsoft.com/office/officeart/2018/5/layout/IconLeafLabelList"/>
    <dgm:cxn modelId="{C5A53D04-AD07-4428-96A3-DD0D4AE8B108}" type="presParOf" srcId="{425FE560-16C0-4FB4-A25C-58556C3D057F}" destId="{48E049CC-B8A0-4875-9A69-7A2EB348CC90}" srcOrd="0" destOrd="0" presId="urn:microsoft.com/office/officeart/2018/5/layout/IconLeafLabelList"/>
    <dgm:cxn modelId="{254F62F7-11A9-4CDB-93B8-A1F61FFA0644}" type="presParOf" srcId="{425FE560-16C0-4FB4-A25C-58556C3D057F}" destId="{95C1A939-E16F-4583-8806-7D05D666D9A1}" srcOrd="1" destOrd="0" presId="urn:microsoft.com/office/officeart/2018/5/layout/IconLeafLabelList"/>
    <dgm:cxn modelId="{95D4D6EB-1B39-43DD-9C8C-A53A7DDCB477}" type="presParOf" srcId="{425FE560-16C0-4FB4-A25C-58556C3D057F}" destId="{2B4E61BC-CD87-4E66-8CDB-FCE7AB868FEE}" srcOrd="2" destOrd="0" presId="urn:microsoft.com/office/officeart/2018/5/layout/IconLeafLabelList"/>
    <dgm:cxn modelId="{AE2EFE83-5F94-4F9E-B4D4-725D84013DF1}" type="presParOf" srcId="{425FE560-16C0-4FB4-A25C-58556C3D057F}" destId="{86F9338B-C226-4D84-97F7-3AB153B959BB}" srcOrd="3" destOrd="0" presId="urn:microsoft.com/office/officeart/2018/5/layout/IconLeafLabelList"/>
    <dgm:cxn modelId="{D813B9EA-2992-4A49-B361-B0439BD47ADE}" type="presParOf" srcId="{0C296747-8276-4A15-AE9B-406A9E155CA4}" destId="{C946D8BA-5A64-456E-96F9-7BB2A450CD89}" srcOrd="5" destOrd="0" presId="urn:microsoft.com/office/officeart/2018/5/layout/IconLeafLabelList"/>
    <dgm:cxn modelId="{86A21A29-5AA0-4135-845D-3078CE31C9B6}" type="presParOf" srcId="{0C296747-8276-4A15-AE9B-406A9E155CA4}" destId="{AEF59A78-1167-44A3-8645-D0A9E1BC8352}" srcOrd="6" destOrd="0" presId="urn:microsoft.com/office/officeart/2018/5/layout/IconLeafLabelList"/>
    <dgm:cxn modelId="{73E4271F-AE3A-4AE3-9203-417F0F6E39F0}" type="presParOf" srcId="{AEF59A78-1167-44A3-8645-D0A9E1BC8352}" destId="{A3BD9B04-B0E8-4097-8B25-809BFD801567}" srcOrd="0" destOrd="0" presId="urn:microsoft.com/office/officeart/2018/5/layout/IconLeafLabelList"/>
    <dgm:cxn modelId="{2DD237BA-0E04-43B7-999A-5B712F9F23BA}" type="presParOf" srcId="{AEF59A78-1167-44A3-8645-D0A9E1BC8352}" destId="{61C7DD8F-D005-42FD-87CF-3EE69F01157B}" srcOrd="1" destOrd="0" presId="urn:microsoft.com/office/officeart/2018/5/layout/IconLeafLabelList"/>
    <dgm:cxn modelId="{CDFC4A1B-1C2B-442D-ADE9-524D87C2880C}" type="presParOf" srcId="{AEF59A78-1167-44A3-8645-D0A9E1BC8352}" destId="{5F50B047-C1B3-44C6-B5AD-5FBBB0558D85}" srcOrd="2" destOrd="0" presId="urn:microsoft.com/office/officeart/2018/5/layout/IconLeafLabelList"/>
    <dgm:cxn modelId="{0E937CE8-9D37-471B-A057-832187C4C656}" type="presParOf" srcId="{AEF59A78-1167-44A3-8645-D0A9E1BC8352}" destId="{F507D1CA-AEE6-4B12-922A-A8753C0688EA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A2205DED-891F-497F-B33E-1CBC2A61B01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BD7AAC5-96FF-4153-96C9-3C2359E98F6C}">
      <dgm:prSet/>
      <dgm:spPr/>
      <dgm:t>
        <a:bodyPr/>
        <a:lstStyle/>
        <a:p>
          <a:r>
            <a:rPr lang="en-US"/>
            <a:t>Overall accuracy: 99.67 % | ROC-AUC: 0.95.</a:t>
          </a:r>
        </a:p>
      </dgm:t>
    </dgm:pt>
    <dgm:pt modelId="{77176C17-2D8A-47B5-A304-FFA1F678192C}" type="parTrans" cxnId="{3C9A11A9-6C5D-4E75-833E-AB41BBAF0B24}">
      <dgm:prSet/>
      <dgm:spPr/>
      <dgm:t>
        <a:bodyPr/>
        <a:lstStyle/>
        <a:p>
          <a:endParaRPr lang="en-US"/>
        </a:p>
      </dgm:t>
    </dgm:pt>
    <dgm:pt modelId="{A6CE306C-A06A-4CBA-80A5-89A8327C3273}" type="sibTrans" cxnId="{3C9A11A9-6C5D-4E75-833E-AB41BBAF0B24}">
      <dgm:prSet/>
      <dgm:spPr/>
      <dgm:t>
        <a:bodyPr/>
        <a:lstStyle/>
        <a:p>
          <a:endParaRPr lang="en-US"/>
        </a:p>
      </dgm:t>
    </dgm:pt>
    <dgm:pt modelId="{DFE7461E-5F01-45E0-BC3C-6BECB3D3FB8A}">
      <dgm:prSet/>
      <dgm:spPr/>
      <dgm:t>
        <a:bodyPr/>
        <a:lstStyle/>
        <a:p>
          <a:r>
            <a:rPr lang="en-US"/>
            <a:t>Precision: 0.96 | Recall: 0.98 (attack class).</a:t>
          </a:r>
        </a:p>
      </dgm:t>
    </dgm:pt>
    <dgm:pt modelId="{F7F3A18C-DE75-47A5-B404-94D75CB87630}" type="parTrans" cxnId="{3FE27733-32E7-4255-B3FB-8222D1728ABA}">
      <dgm:prSet/>
      <dgm:spPr/>
      <dgm:t>
        <a:bodyPr/>
        <a:lstStyle/>
        <a:p>
          <a:endParaRPr lang="en-US"/>
        </a:p>
      </dgm:t>
    </dgm:pt>
    <dgm:pt modelId="{446EBEF7-712E-4D42-9292-3D2F80D3BB35}" type="sibTrans" cxnId="{3FE27733-32E7-4255-B3FB-8222D1728ABA}">
      <dgm:prSet/>
      <dgm:spPr/>
      <dgm:t>
        <a:bodyPr/>
        <a:lstStyle/>
        <a:p>
          <a:endParaRPr lang="en-US"/>
        </a:p>
      </dgm:t>
    </dgm:pt>
    <dgm:pt modelId="{D9ABBB70-C968-4223-BF8A-64692FC4507B}">
      <dgm:prSet/>
      <dgm:spPr/>
      <dgm:t>
        <a:bodyPr/>
        <a:lstStyle/>
        <a:p>
          <a:r>
            <a:rPr lang="en-US"/>
            <a:t>End-to-end latency: median 270 ms @ 18 k msg/s.</a:t>
          </a:r>
        </a:p>
      </dgm:t>
    </dgm:pt>
    <dgm:pt modelId="{A1664878-2B30-4029-8C12-E083B22753A6}" type="parTrans" cxnId="{B0A9B31E-76CF-4330-A33B-B0F736D1902B}">
      <dgm:prSet/>
      <dgm:spPr/>
      <dgm:t>
        <a:bodyPr/>
        <a:lstStyle/>
        <a:p>
          <a:endParaRPr lang="en-US"/>
        </a:p>
      </dgm:t>
    </dgm:pt>
    <dgm:pt modelId="{D9119BFE-3D4E-4EB2-AFBD-FB8DE35F34A9}" type="sibTrans" cxnId="{B0A9B31E-76CF-4330-A33B-B0F736D1902B}">
      <dgm:prSet/>
      <dgm:spPr/>
      <dgm:t>
        <a:bodyPr/>
        <a:lstStyle/>
        <a:p>
          <a:endParaRPr lang="en-US"/>
        </a:p>
      </dgm:t>
    </dgm:pt>
    <dgm:pt modelId="{F114E660-2971-44D2-A8DD-5605AB628D23}">
      <dgm:prSet/>
      <dgm:spPr/>
      <dgm:t>
        <a:bodyPr/>
        <a:lstStyle/>
        <a:p>
          <a:r>
            <a:rPr lang="en-US"/>
            <a:t>System SLA: &lt; 1 s decision for 95th percentile flows.</a:t>
          </a:r>
        </a:p>
      </dgm:t>
    </dgm:pt>
    <dgm:pt modelId="{2ABCAA34-F49F-4F11-A6C4-8A52FCDE9120}" type="parTrans" cxnId="{40FF9FD2-BEA3-4BCF-946C-1D94B06798E9}">
      <dgm:prSet/>
      <dgm:spPr/>
      <dgm:t>
        <a:bodyPr/>
        <a:lstStyle/>
        <a:p>
          <a:endParaRPr lang="en-US"/>
        </a:p>
      </dgm:t>
    </dgm:pt>
    <dgm:pt modelId="{788B0707-2C74-4444-907A-0EF8CD98EB89}" type="sibTrans" cxnId="{40FF9FD2-BEA3-4BCF-946C-1D94B06798E9}">
      <dgm:prSet/>
      <dgm:spPr/>
      <dgm:t>
        <a:bodyPr/>
        <a:lstStyle/>
        <a:p>
          <a:endParaRPr lang="en-US"/>
        </a:p>
      </dgm:t>
    </dgm:pt>
    <dgm:pt modelId="{30D360A0-8124-408C-82F6-8639AF3D4D7B}" type="pres">
      <dgm:prSet presAssocID="{A2205DED-891F-497F-B33E-1CBC2A61B019}" presName="root" presStyleCnt="0">
        <dgm:presLayoutVars>
          <dgm:dir/>
          <dgm:resizeHandles val="exact"/>
        </dgm:presLayoutVars>
      </dgm:prSet>
      <dgm:spPr/>
    </dgm:pt>
    <dgm:pt modelId="{E4250EC9-DB7B-4650-8862-09D244CD5297}" type="pres">
      <dgm:prSet presAssocID="{2BD7AAC5-96FF-4153-96C9-3C2359E98F6C}" presName="compNode" presStyleCnt="0"/>
      <dgm:spPr/>
    </dgm:pt>
    <dgm:pt modelId="{602935C1-BB64-429B-B2DB-1071EBB9D374}" type="pres">
      <dgm:prSet presAssocID="{2BD7AAC5-96FF-4153-96C9-3C2359E98F6C}" presName="bgRect" presStyleLbl="bgShp" presStyleIdx="0" presStyleCnt="4"/>
      <dgm:spPr/>
    </dgm:pt>
    <dgm:pt modelId="{E15C4F10-164D-4C81-8310-3F2F12D31806}" type="pres">
      <dgm:prSet presAssocID="{2BD7AAC5-96FF-4153-96C9-3C2359E98F6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F67CFBC2-6D83-4C46-AA0C-D3660A97B7B1}" type="pres">
      <dgm:prSet presAssocID="{2BD7AAC5-96FF-4153-96C9-3C2359E98F6C}" presName="spaceRect" presStyleCnt="0"/>
      <dgm:spPr/>
    </dgm:pt>
    <dgm:pt modelId="{9348B37E-6A9D-4198-AE8B-19D1BA40F516}" type="pres">
      <dgm:prSet presAssocID="{2BD7AAC5-96FF-4153-96C9-3C2359E98F6C}" presName="parTx" presStyleLbl="revTx" presStyleIdx="0" presStyleCnt="4">
        <dgm:presLayoutVars>
          <dgm:chMax val="0"/>
          <dgm:chPref val="0"/>
        </dgm:presLayoutVars>
      </dgm:prSet>
      <dgm:spPr/>
    </dgm:pt>
    <dgm:pt modelId="{88C20EE6-C7C1-491D-A3BE-7F0FB5F2F05D}" type="pres">
      <dgm:prSet presAssocID="{A6CE306C-A06A-4CBA-80A5-89A8327C3273}" presName="sibTrans" presStyleCnt="0"/>
      <dgm:spPr/>
    </dgm:pt>
    <dgm:pt modelId="{7CDF4002-E26E-40E0-83B6-E53B76FBAD31}" type="pres">
      <dgm:prSet presAssocID="{DFE7461E-5F01-45E0-BC3C-6BECB3D3FB8A}" presName="compNode" presStyleCnt="0"/>
      <dgm:spPr/>
    </dgm:pt>
    <dgm:pt modelId="{11A04304-4BAA-4598-B6D1-3C5B6FEF4C12}" type="pres">
      <dgm:prSet presAssocID="{DFE7461E-5F01-45E0-BC3C-6BECB3D3FB8A}" presName="bgRect" presStyleLbl="bgShp" presStyleIdx="1" presStyleCnt="4"/>
      <dgm:spPr/>
    </dgm:pt>
    <dgm:pt modelId="{01F5684D-0265-4FCB-94A9-DC3B81584DA1}" type="pres">
      <dgm:prSet presAssocID="{DFE7461E-5F01-45E0-BC3C-6BECB3D3FB8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6E8CE77B-C707-4542-832C-421FDD0FD5EC}" type="pres">
      <dgm:prSet presAssocID="{DFE7461E-5F01-45E0-BC3C-6BECB3D3FB8A}" presName="spaceRect" presStyleCnt="0"/>
      <dgm:spPr/>
    </dgm:pt>
    <dgm:pt modelId="{63223C11-CC03-4989-A1B5-016C9509645B}" type="pres">
      <dgm:prSet presAssocID="{DFE7461E-5F01-45E0-BC3C-6BECB3D3FB8A}" presName="parTx" presStyleLbl="revTx" presStyleIdx="1" presStyleCnt="4">
        <dgm:presLayoutVars>
          <dgm:chMax val="0"/>
          <dgm:chPref val="0"/>
        </dgm:presLayoutVars>
      </dgm:prSet>
      <dgm:spPr/>
    </dgm:pt>
    <dgm:pt modelId="{A05DDE8A-CAAE-4FFF-874F-8AC1736AD527}" type="pres">
      <dgm:prSet presAssocID="{446EBEF7-712E-4D42-9292-3D2F80D3BB35}" presName="sibTrans" presStyleCnt="0"/>
      <dgm:spPr/>
    </dgm:pt>
    <dgm:pt modelId="{D85802A1-7690-4C6F-B941-C9AF33AFB644}" type="pres">
      <dgm:prSet presAssocID="{D9ABBB70-C968-4223-BF8A-64692FC4507B}" presName="compNode" presStyleCnt="0"/>
      <dgm:spPr/>
    </dgm:pt>
    <dgm:pt modelId="{5F44BF52-BC92-411C-988C-F851975D0366}" type="pres">
      <dgm:prSet presAssocID="{D9ABBB70-C968-4223-BF8A-64692FC4507B}" presName="bgRect" presStyleLbl="bgShp" presStyleIdx="2" presStyleCnt="4"/>
      <dgm:spPr/>
    </dgm:pt>
    <dgm:pt modelId="{07EF68B7-4E0A-461B-B69F-C2F78DD8B47B}" type="pres">
      <dgm:prSet presAssocID="{D9ABBB70-C968-4223-BF8A-64692FC4507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ading"/>
        </a:ext>
      </dgm:extLst>
    </dgm:pt>
    <dgm:pt modelId="{D5550ACF-CA4E-4642-BA3A-1B41A38F2442}" type="pres">
      <dgm:prSet presAssocID="{D9ABBB70-C968-4223-BF8A-64692FC4507B}" presName="spaceRect" presStyleCnt="0"/>
      <dgm:spPr/>
    </dgm:pt>
    <dgm:pt modelId="{D64296E6-CF29-4AB5-A978-E361A2B056AF}" type="pres">
      <dgm:prSet presAssocID="{D9ABBB70-C968-4223-BF8A-64692FC4507B}" presName="parTx" presStyleLbl="revTx" presStyleIdx="2" presStyleCnt="4">
        <dgm:presLayoutVars>
          <dgm:chMax val="0"/>
          <dgm:chPref val="0"/>
        </dgm:presLayoutVars>
      </dgm:prSet>
      <dgm:spPr/>
    </dgm:pt>
    <dgm:pt modelId="{DA7906F6-DBB2-4F3B-A8ED-40A8555754D6}" type="pres">
      <dgm:prSet presAssocID="{D9119BFE-3D4E-4EB2-AFBD-FB8DE35F34A9}" presName="sibTrans" presStyleCnt="0"/>
      <dgm:spPr/>
    </dgm:pt>
    <dgm:pt modelId="{3E41451E-53FF-4F55-9C6B-D98ACB1E7597}" type="pres">
      <dgm:prSet presAssocID="{F114E660-2971-44D2-A8DD-5605AB628D23}" presName="compNode" presStyleCnt="0"/>
      <dgm:spPr/>
    </dgm:pt>
    <dgm:pt modelId="{477FEC6C-4E4D-478B-BA17-9596F53FB743}" type="pres">
      <dgm:prSet presAssocID="{F114E660-2971-44D2-A8DD-5605AB628D23}" presName="bgRect" presStyleLbl="bgShp" presStyleIdx="3" presStyleCnt="4"/>
      <dgm:spPr/>
    </dgm:pt>
    <dgm:pt modelId="{EC96774C-3379-4BA6-940E-D62A9EC0A3D9}" type="pres">
      <dgm:prSet presAssocID="{F114E660-2971-44D2-A8DD-5605AB628D2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60735F5-CBDD-404E-951D-28CC23BFC726}" type="pres">
      <dgm:prSet presAssocID="{F114E660-2971-44D2-A8DD-5605AB628D23}" presName="spaceRect" presStyleCnt="0"/>
      <dgm:spPr/>
    </dgm:pt>
    <dgm:pt modelId="{1BDE1206-A610-4B53-8C81-1CDA0C7E7BA5}" type="pres">
      <dgm:prSet presAssocID="{F114E660-2971-44D2-A8DD-5605AB628D2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7106312-0E0D-4358-8BE0-52C784FC9A63}" type="presOf" srcId="{F114E660-2971-44D2-A8DD-5605AB628D23}" destId="{1BDE1206-A610-4B53-8C81-1CDA0C7E7BA5}" srcOrd="0" destOrd="0" presId="urn:microsoft.com/office/officeart/2018/2/layout/IconVerticalSolidList"/>
    <dgm:cxn modelId="{B0A9B31E-76CF-4330-A33B-B0F736D1902B}" srcId="{A2205DED-891F-497F-B33E-1CBC2A61B019}" destId="{D9ABBB70-C968-4223-BF8A-64692FC4507B}" srcOrd="2" destOrd="0" parTransId="{A1664878-2B30-4029-8C12-E083B22753A6}" sibTransId="{D9119BFE-3D4E-4EB2-AFBD-FB8DE35F34A9}"/>
    <dgm:cxn modelId="{3FE27733-32E7-4255-B3FB-8222D1728ABA}" srcId="{A2205DED-891F-497F-B33E-1CBC2A61B019}" destId="{DFE7461E-5F01-45E0-BC3C-6BECB3D3FB8A}" srcOrd="1" destOrd="0" parTransId="{F7F3A18C-DE75-47A5-B404-94D75CB87630}" sibTransId="{446EBEF7-712E-4D42-9292-3D2F80D3BB35}"/>
    <dgm:cxn modelId="{AC37C640-75E7-4EE1-87C7-AEC9F9769ED9}" type="presOf" srcId="{D9ABBB70-C968-4223-BF8A-64692FC4507B}" destId="{D64296E6-CF29-4AB5-A978-E361A2B056AF}" srcOrd="0" destOrd="0" presId="urn:microsoft.com/office/officeart/2018/2/layout/IconVerticalSolidList"/>
    <dgm:cxn modelId="{27A11761-6ED1-41EE-8B44-BA03F7F4E1E1}" type="presOf" srcId="{2BD7AAC5-96FF-4153-96C9-3C2359E98F6C}" destId="{9348B37E-6A9D-4198-AE8B-19D1BA40F516}" srcOrd="0" destOrd="0" presId="urn:microsoft.com/office/officeart/2018/2/layout/IconVerticalSolidList"/>
    <dgm:cxn modelId="{3C9A11A9-6C5D-4E75-833E-AB41BBAF0B24}" srcId="{A2205DED-891F-497F-B33E-1CBC2A61B019}" destId="{2BD7AAC5-96FF-4153-96C9-3C2359E98F6C}" srcOrd="0" destOrd="0" parTransId="{77176C17-2D8A-47B5-A304-FFA1F678192C}" sibTransId="{A6CE306C-A06A-4CBA-80A5-89A8327C3273}"/>
    <dgm:cxn modelId="{A2C1F9C4-0BFF-45A2-8339-A4CE499092CC}" type="presOf" srcId="{A2205DED-891F-497F-B33E-1CBC2A61B019}" destId="{30D360A0-8124-408C-82F6-8639AF3D4D7B}" srcOrd="0" destOrd="0" presId="urn:microsoft.com/office/officeart/2018/2/layout/IconVerticalSolidList"/>
    <dgm:cxn modelId="{40FF9FD2-BEA3-4BCF-946C-1D94B06798E9}" srcId="{A2205DED-891F-497F-B33E-1CBC2A61B019}" destId="{F114E660-2971-44D2-A8DD-5605AB628D23}" srcOrd="3" destOrd="0" parTransId="{2ABCAA34-F49F-4F11-A6C4-8A52FCDE9120}" sibTransId="{788B0707-2C74-4444-907A-0EF8CD98EB89}"/>
    <dgm:cxn modelId="{CC73EEE5-C682-4BFC-A114-BE5D3E636F93}" type="presOf" srcId="{DFE7461E-5F01-45E0-BC3C-6BECB3D3FB8A}" destId="{63223C11-CC03-4989-A1B5-016C9509645B}" srcOrd="0" destOrd="0" presId="urn:microsoft.com/office/officeart/2018/2/layout/IconVerticalSolidList"/>
    <dgm:cxn modelId="{2BABDE80-2234-4F67-9869-3F4F6F8699AF}" type="presParOf" srcId="{30D360A0-8124-408C-82F6-8639AF3D4D7B}" destId="{E4250EC9-DB7B-4650-8862-09D244CD5297}" srcOrd="0" destOrd="0" presId="urn:microsoft.com/office/officeart/2018/2/layout/IconVerticalSolidList"/>
    <dgm:cxn modelId="{FC1B3547-96FB-4426-9BFC-522ED1377615}" type="presParOf" srcId="{E4250EC9-DB7B-4650-8862-09D244CD5297}" destId="{602935C1-BB64-429B-B2DB-1071EBB9D374}" srcOrd="0" destOrd="0" presId="urn:microsoft.com/office/officeart/2018/2/layout/IconVerticalSolidList"/>
    <dgm:cxn modelId="{4FAE22E4-E0A2-4496-AA93-B902BAB4374D}" type="presParOf" srcId="{E4250EC9-DB7B-4650-8862-09D244CD5297}" destId="{E15C4F10-164D-4C81-8310-3F2F12D31806}" srcOrd="1" destOrd="0" presId="urn:microsoft.com/office/officeart/2018/2/layout/IconVerticalSolidList"/>
    <dgm:cxn modelId="{EBA43772-10F2-44FC-9EDE-868E36342865}" type="presParOf" srcId="{E4250EC9-DB7B-4650-8862-09D244CD5297}" destId="{F67CFBC2-6D83-4C46-AA0C-D3660A97B7B1}" srcOrd="2" destOrd="0" presId="urn:microsoft.com/office/officeart/2018/2/layout/IconVerticalSolidList"/>
    <dgm:cxn modelId="{67DFAA1C-35A6-409D-A7B4-CD91B14AD9A7}" type="presParOf" srcId="{E4250EC9-DB7B-4650-8862-09D244CD5297}" destId="{9348B37E-6A9D-4198-AE8B-19D1BA40F516}" srcOrd="3" destOrd="0" presId="urn:microsoft.com/office/officeart/2018/2/layout/IconVerticalSolidList"/>
    <dgm:cxn modelId="{2BA398EC-CE01-40CC-828E-A2EA388690B4}" type="presParOf" srcId="{30D360A0-8124-408C-82F6-8639AF3D4D7B}" destId="{88C20EE6-C7C1-491D-A3BE-7F0FB5F2F05D}" srcOrd="1" destOrd="0" presId="urn:microsoft.com/office/officeart/2018/2/layout/IconVerticalSolidList"/>
    <dgm:cxn modelId="{74F0677C-23D6-48E7-A102-FA2EF9E623E0}" type="presParOf" srcId="{30D360A0-8124-408C-82F6-8639AF3D4D7B}" destId="{7CDF4002-E26E-40E0-83B6-E53B76FBAD31}" srcOrd="2" destOrd="0" presId="urn:microsoft.com/office/officeart/2018/2/layout/IconVerticalSolidList"/>
    <dgm:cxn modelId="{D26926FF-9665-47F8-88C8-057176C472BB}" type="presParOf" srcId="{7CDF4002-E26E-40E0-83B6-E53B76FBAD31}" destId="{11A04304-4BAA-4598-B6D1-3C5B6FEF4C12}" srcOrd="0" destOrd="0" presId="urn:microsoft.com/office/officeart/2018/2/layout/IconVerticalSolidList"/>
    <dgm:cxn modelId="{7FAF0985-646E-4A84-9748-A055A5BB916A}" type="presParOf" srcId="{7CDF4002-E26E-40E0-83B6-E53B76FBAD31}" destId="{01F5684D-0265-4FCB-94A9-DC3B81584DA1}" srcOrd="1" destOrd="0" presId="urn:microsoft.com/office/officeart/2018/2/layout/IconVerticalSolidList"/>
    <dgm:cxn modelId="{F880BE53-9FC3-428E-B5F1-1A20BF3DC81D}" type="presParOf" srcId="{7CDF4002-E26E-40E0-83B6-E53B76FBAD31}" destId="{6E8CE77B-C707-4542-832C-421FDD0FD5EC}" srcOrd="2" destOrd="0" presId="urn:microsoft.com/office/officeart/2018/2/layout/IconVerticalSolidList"/>
    <dgm:cxn modelId="{4003429A-7519-4AA7-89E5-B795985DE235}" type="presParOf" srcId="{7CDF4002-E26E-40E0-83B6-E53B76FBAD31}" destId="{63223C11-CC03-4989-A1B5-016C9509645B}" srcOrd="3" destOrd="0" presId="urn:microsoft.com/office/officeart/2018/2/layout/IconVerticalSolidList"/>
    <dgm:cxn modelId="{C27F45B1-ADBA-4500-86D2-2C049B7A90C6}" type="presParOf" srcId="{30D360A0-8124-408C-82F6-8639AF3D4D7B}" destId="{A05DDE8A-CAAE-4FFF-874F-8AC1736AD527}" srcOrd="3" destOrd="0" presId="urn:microsoft.com/office/officeart/2018/2/layout/IconVerticalSolidList"/>
    <dgm:cxn modelId="{2430A454-5DE1-485D-9426-2CB074EDD990}" type="presParOf" srcId="{30D360A0-8124-408C-82F6-8639AF3D4D7B}" destId="{D85802A1-7690-4C6F-B941-C9AF33AFB644}" srcOrd="4" destOrd="0" presId="urn:microsoft.com/office/officeart/2018/2/layout/IconVerticalSolidList"/>
    <dgm:cxn modelId="{BE308D83-C04E-4C6E-8F44-48815934508E}" type="presParOf" srcId="{D85802A1-7690-4C6F-B941-C9AF33AFB644}" destId="{5F44BF52-BC92-411C-988C-F851975D0366}" srcOrd="0" destOrd="0" presId="urn:microsoft.com/office/officeart/2018/2/layout/IconVerticalSolidList"/>
    <dgm:cxn modelId="{992007B9-7C57-4D27-A587-43BD13BBF0C5}" type="presParOf" srcId="{D85802A1-7690-4C6F-B941-C9AF33AFB644}" destId="{07EF68B7-4E0A-461B-B69F-C2F78DD8B47B}" srcOrd="1" destOrd="0" presId="urn:microsoft.com/office/officeart/2018/2/layout/IconVerticalSolidList"/>
    <dgm:cxn modelId="{7168862F-A4F9-486A-A9FA-74037D8E0B8B}" type="presParOf" srcId="{D85802A1-7690-4C6F-B941-C9AF33AFB644}" destId="{D5550ACF-CA4E-4642-BA3A-1B41A38F2442}" srcOrd="2" destOrd="0" presId="urn:microsoft.com/office/officeart/2018/2/layout/IconVerticalSolidList"/>
    <dgm:cxn modelId="{365A0705-E8A6-469E-9269-053C22321D64}" type="presParOf" srcId="{D85802A1-7690-4C6F-B941-C9AF33AFB644}" destId="{D64296E6-CF29-4AB5-A978-E361A2B056AF}" srcOrd="3" destOrd="0" presId="urn:microsoft.com/office/officeart/2018/2/layout/IconVerticalSolidList"/>
    <dgm:cxn modelId="{3CFED220-F672-403B-8E1A-3CC88B58301C}" type="presParOf" srcId="{30D360A0-8124-408C-82F6-8639AF3D4D7B}" destId="{DA7906F6-DBB2-4F3B-A8ED-40A8555754D6}" srcOrd="5" destOrd="0" presId="urn:microsoft.com/office/officeart/2018/2/layout/IconVerticalSolidList"/>
    <dgm:cxn modelId="{D92D1B19-D07F-4EFA-B489-D15398D23DE8}" type="presParOf" srcId="{30D360A0-8124-408C-82F6-8639AF3D4D7B}" destId="{3E41451E-53FF-4F55-9C6B-D98ACB1E7597}" srcOrd="6" destOrd="0" presId="urn:microsoft.com/office/officeart/2018/2/layout/IconVerticalSolidList"/>
    <dgm:cxn modelId="{E1D853D2-39E0-439F-85CB-E84437DAFE22}" type="presParOf" srcId="{3E41451E-53FF-4F55-9C6B-D98ACB1E7597}" destId="{477FEC6C-4E4D-478B-BA17-9596F53FB743}" srcOrd="0" destOrd="0" presId="urn:microsoft.com/office/officeart/2018/2/layout/IconVerticalSolidList"/>
    <dgm:cxn modelId="{AC3A4208-FC3C-4C0D-A1C2-84A85F6CD55F}" type="presParOf" srcId="{3E41451E-53FF-4F55-9C6B-D98ACB1E7597}" destId="{EC96774C-3379-4BA6-940E-D62A9EC0A3D9}" srcOrd="1" destOrd="0" presId="urn:microsoft.com/office/officeart/2018/2/layout/IconVerticalSolidList"/>
    <dgm:cxn modelId="{88BAFC39-B465-4723-B138-12602A732B69}" type="presParOf" srcId="{3E41451E-53FF-4F55-9C6B-D98ACB1E7597}" destId="{D60735F5-CBDD-404E-951D-28CC23BFC726}" srcOrd="2" destOrd="0" presId="urn:microsoft.com/office/officeart/2018/2/layout/IconVerticalSolidList"/>
    <dgm:cxn modelId="{9D4E90A4-66CB-4766-A53F-3D90B37B3FB7}" type="presParOf" srcId="{3E41451E-53FF-4F55-9C6B-D98ACB1E7597}" destId="{1BDE1206-A610-4B53-8C81-1CDA0C7E7BA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9952C1B5-AD68-40F6-9F3E-D5E0F5E72C4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E6CD866-6291-4563-B037-F7BB77250FBB}">
      <dgm:prSet/>
      <dgm:spPr/>
      <dgm:t>
        <a:bodyPr/>
        <a:lstStyle/>
        <a:p>
          <a:pPr>
            <a:defRPr cap="all"/>
          </a:pPr>
          <a:r>
            <a:rPr lang="en-US"/>
            <a:t>Mutual TLS across all inter-service channels.</a:t>
          </a:r>
        </a:p>
      </dgm:t>
    </dgm:pt>
    <dgm:pt modelId="{B7FBD0DB-6315-49E6-A5C9-8823CBBF6FE2}" type="parTrans" cxnId="{103F1265-D5AF-4F35-905A-9CE2FECBC231}">
      <dgm:prSet/>
      <dgm:spPr/>
      <dgm:t>
        <a:bodyPr/>
        <a:lstStyle/>
        <a:p>
          <a:endParaRPr lang="en-US"/>
        </a:p>
      </dgm:t>
    </dgm:pt>
    <dgm:pt modelId="{A7C0E8F6-FC2B-4BCA-979D-974A4AC2989F}" type="sibTrans" cxnId="{103F1265-D5AF-4F35-905A-9CE2FECBC231}">
      <dgm:prSet/>
      <dgm:spPr/>
      <dgm:t>
        <a:bodyPr/>
        <a:lstStyle/>
        <a:p>
          <a:endParaRPr lang="en-US"/>
        </a:p>
      </dgm:t>
    </dgm:pt>
    <dgm:pt modelId="{EB774373-6B60-4826-AF92-84FED5C93D53}">
      <dgm:prSet/>
      <dgm:spPr/>
      <dgm:t>
        <a:bodyPr/>
        <a:lstStyle/>
        <a:p>
          <a:pPr>
            <a:defRPr cap="all"/>
          </a:pPr>
          <a:r>
            <a:rPr lang="en-US"/>
            <a:t>Role-based access via Kafka ACLs &amp; gRPC interceptors.</a:t>
          </a:r>
        </a:p>
      </dgm:t>
    </dgm:pt>
    <dgm:pt modelId="{D8BAA452-90B9-4285-BBD9-D0E42EE28A23}" type="parTrans" cxnId="{7A817B6F-5CAD-4733-B7EE-3CB33E2AAAAB}">
      <dgm:prSet/>
      <dgm:spPr/>
      <dgm:t>
        <a:bodyPr/>
        <a:lstStyle/>
        <a:p>
          <a:endParaRPr lang="en-US"/>
        </a:p>
      </dgm:t>
    </dgm:pt>
    <dgm:pt modelId="{DDBFA08E-C707-457A-B525-7EB932BE3CE2}" type="sibTrans" cxnId="{7A817B6F-5CAD-4733-B7EE-3CB33E2AAAAB}">
      <dgm:prSet/>
      <dgm:spPr/>
      <dgm:t>
        <a:bodyPr/>
        <a:lstStyle/>
        <a:p>
          <a:endParaRPr lang="en-US"/>
        </a:p>
      </dgm:t>
    </dgm:pt>
    <dgm:pt modelId="{C4127F8A-2CD7-4B48-BE3C-B73B72128BFC}">
      <dgm:prSet/>
      <dgm:spPr/>
      <dgm:t>
        <a:bodyPr/>
        <a:lstStyle/>
        <a:p>
          <a:pPr>
            <a:defRPr cap="all"/>
          </a:pPr>
          <a:r>
            <a:rPr lang="en-US"/>
            <a:t>Audit trails: timestamp, host, checksum per prediction.</a:t>
          </a:r>
        </a:p>
      </dgm:t>
    </dgm:pt>
    <dgm:pt modelId="{47F9D886-9A5B-4CF0-A2D6-FA4AD2D4B07C}" type="parTrans" cxnId="{3D99106B-6C86-476B-A738-8DE91BC7FE00}">
      <dgm:prSet/>
      <dgm:spPr/>
      <dgm:t>
        <a:bodyPr/>
        <a:lstStyle/>
        <a:p>
          <a:endParaRPr lang="en-US"/>
        </a:p>
      </dgm:t>
    </dgm:pt>
    <dgm:pt modelId="{F0AB4B69-77F7-4AD9-BE72-27A38F3B471B}" type="sibTrans" cxnId="{3D99106B-6C86-476B-A738-8DE91BC7FE00}">
      <dgm:prSet/>
      <dgm:spPr/>
      <dgm:t>
        <a:bodyPr/>
        <a:lstStyle/>
        <a:p>
          <a:endParaRPr lang="en-US"/>
        </a:p>
      </dgm:t>
    </dgm:pt>
    <dgm:pt modelId="{09989E7D-F987-4FE1-8527-FFD60BEF81C5}">
      <dgm:prSet/>
      <dgm:spPr/>
      <dgm:t>
        <a:bodyPr/>
        <a:lstStyle/>
        <a:p>
          <a:pPr>
            <a:defRPr cap="all"/>
          </a:pPr>
          <a:r>
            <a:rPr lang="en-US"/>
            <a:t>Auto-healing via Kubernetes liveness &amp; readiness probes.</a:t>
          </a:r>
        </a:p>
      </dgm:t>
    </dgm:pt>
    <dgm:pt modelId="{3E857234-C141-47DF-975C-F1A5606ABC9B}" type="parTrans" cxnId="{D4590DD6-B83E-4898-90CD-44BE5CF4F938}">
      <dgm:prSet/>
      <dgm:spPr/>
      <dgm:t>
        <a:bodyPr/>
        <a:lstStyle/>
        <a:p>
          <a:endParaRPr lang="en-US"/>
        </a:p>
      </dgm:t>
    </dgm:pt>
    <dgm:pt modelId="{B6FD2499-656F-484F-83C6-2CDFC895C8F1}" type="sibTrans" cxnId="{D4590DD6-B83E-4898-90CD-44BE5CF4F938}">
      <dgm:prSet/>
      <dgm:spPr/>
      <dgm:t>
        <a:bodyPr/>
        <a:lstStyle/>
        <a:p>
          <a:endParaRPr lang="en-US"/>
        </a:p>
      </dgm:t>
    </dgm:pt>
    <dgm:pt modelId="{0DD9B5D2-6417-49A4-844E-402BA4C7B141}" type="pres">
      <dgm:prSet presAssocID="{9952C1B5-AD68-40F6-9F3E-D5E0F5E72C48}" presName="root" presStyleCnt="0">
        <dgm:presLayoutVars>
          <dgm:dir/>
          <dgm:resizeHandles val="exact"/>
        </dgm:presLayoutVars>
      </dgm:prSet>
      <dgm:spPr/>
    </dgm:pt>
    <dgm:pt modelId="{A3606AE7-F323-4534-84F0-BCEA130F397B}" type="pres">
      <dgm:prSet presAssocID="{3E6CD866-6291-4563-B037-F7BB77250FBB}" presName="compNode" presStyleCnt="0"/>
      <dgm:spPr/>
    </dgm:pt>
    <dgm:pt modelId="{23EF964B-B517-487A-94E4-66C8C0AEB4FA}" type="pres">
      <dgm:prSet presAssocID="{3E6CD866-6291-4563-B037-F7BB77250FBB}" presName="iconBgRect" presStyleLbl="bgShp" presStyleIdx="0" presStyleCnt="4"/>
      <dgm:spPr/>
    </dgm:pt>
    <dgm:pt modelId="{E74900F5-37D6-49B4-8CF2-D3E73D746971}" type="pres">
      <dgm:prSet presAssocID="{3E6CD866-6291-4563-B037-F7BB77250FB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cial Network"/>
        </a:ext>
      </dgm:extLst>
    </dgm:pt>
    <dgm:pt modelId="{23110989-9557-4093-B7A8-EFFA7D451BEE}" type="pres">
      <dgm:prSet presAssocID="{3E6CD866-6291-4563-B037-F7BB77250FBB}" presName="spaceRect" presStyleCnt="0"/>
      <dgm:spPr/>
    </dgm:pt>
    <dgm:pt modelId="{4C45FCF7-A56D-4743-9144-C2FBACEB7D31}" type="pres">
      <dgm:prSet presAssocID="{3E6CD866-6291-4563-B037-F7BB77250FBB}" presName="textRect" presStyleLbl="revTx" presStyleIdx="0" presStyleCnt="4">
        <dgm:presLayoutVars>
          <dgm:chMax val="1"/>
          <dgm:chPref val="1"/>
        </dgm:presLayoutVars>
      </dgm:prSet>
      <dgm:spPr/>
    </dgm:pt>
    <dgm:pt modelId="{3D6C8EDF-5FD6-457C-B4C8-6ECF160DFA2C}" type="pres">
      <dgm:prSet presAssocID="{A7C0E8F6-FC2B-4BCA-979D-974A4AC2989F}" presName="sibTrans" presStyleCnt="0"/>
      <dgm:spPr/>
    </dgm:pt>
    <dgm:pt modelId="{4B294763-770A-412E-92C6-A9299D0D158E}" type="pres">
      <dgm:prSet presAssocID="{EB774373-6B60-4826-AF92-84FED5C93D53}" presName="compNode" presStyleCnt="0"/>
      <dgm:spPr/>
    </dgm:pt>
    <dgm:pt modelId="{F5653FA6-24B5-4B3A-80D0-30D735BC489A}" type="pres">
      <dgm:prSet presAssocID="{EB774373-6B60-4826-AF92-84FED5C93D53}" presName="iconBgRect" presStyleLbl="bgShp" presStyleIdx="1" presStyleCnt="4"/>
      <dgm:spPr/>
    </dgm:pt>
    <dgm:pt modelId="{A880715A-F9E5-455E-8F87-D3E487E9AF0E}" type="pres">
      <dgm:prSet presAssocID="{EB774373-6B60-4826-AF92-84FED5C93D5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933D91F0-018E-49B2-89BA-DBB04E147E39}" type="pres">
      <dgm:prSet presAssocID="{EB774373-6B60-4826-AF92-84FED5C93D53}" presName="spaceRect" presStyleCnt="0"/>
      <dgm:spPr/>
    </dgm:pt>
    <dgm:pt modelId="{325691A7-3BAA-4073-8F46-A6EBC4B1A871}" type="pres">
      <dgm:prSet presAssocID="{EB774373-6B60-4826-AF92-84FED5C93D53}" presName="textRect" presStyleLbl="revTx" presStyleIdx="1" presStyleCnt="4">
        <dgm:presLayoutVars>
          <dgm:chMax val="1"/>
          <dgm:chPref val="1"/>
        </dgm:presLayoutVars>
      </dgm:prSet>
      <dgm:spPr/>
    </dgm:pt>
    <dgm:pt modelId="{DCD016D8-CE76-4DBD-BD44-6B04713E56CE}" type="pres">
      <dgm:prSet presAssocID="{DDBFA08E-C707-457A-B525-7EB932BE3CE2}" presName="sibTrans" presStyleCnt="0"/>
      <dgm:spPr/>
    </dgm:pt>
    <dgm:pt modelId="{DA0D7730-7F55-4B27-95B2-A350948CD174}" type="pres">
      <dgm:prSet presAssocID="{C4127F8A-2CD7-4B48-BE3C-B73B72128BFC}" presName="compNode" presStyleCnt="0"/>
      <dgm:spPr/>
    </dgm:pt>
    <dgm:pt modelId="{04B840A1-7C73-44BE-83DD-12B7B6BC9FC1}" type="pres">
      <dgm:prSet presAssocID="{C4127F8A-2CD7-4B48-BE3C-B73B72128BFC}" presName="iconBgRect" presStyleLbl="bgShp" presStyleIdx="2" presStyleCnt="4"/>
      <dgm:spPr/>
    </dgm:pt>
    <dgm:pt modelId="{71C012CF-D827-4EF0-82BD-180FB1046FFC}" type="pres">
      <dgm:prSet presAssocID="{C4127F8A-2CD7-4B48-BE3C-B73B72128BF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AD8FD35C-9C93-40CC-928F-DB308E96DAEF}" type="pres">
      <dgm:prSet presAssocID="{C4127F8A-2CD7-4B48-BE3C-B73B72128BFC}" presName="spaceRect" presStyleCnt="0"/>
      <dgm:spPr/>
    </dgm:pt>
    <dgm:pt modelId="{34A6AFDF-9041-4BEE-857D-28D8C6CADEFE}" type="pres">
      <dgm:prSet presAssocID="{C4127F8A-2CD7-4B48-BE3C-B73B72128BFC}" presName="textRect" presStyleLbl="revTx" presStyleIdx="2" presStyleCnt="4">
        <dgm:presLayoutVars>
          <dgm:chMax val="1"/>
          <dgm:chPref val="1"/>
        </dgm:presLayoutVars>
      </dgm:prSet>
      <dgm:spPr/>
    </dgm:pt>
    <dgm:pt modelId="{D11D0AAA-10D0-4E3E-8C09-6568456E69D1}" type="pres">
      <dgm:prSet presAssocID="{F0AB4B69-77F7-4AD9-BE72-27A38F3B471B}" presName="sibTrans" presStyleCnt="0"/>
      <dgm:spPr/>
    </dgm:pt>
    <dgm:pt modelId="{765EE5A3-A500-4269-9595-B50E74BA3C8B}" type="pres">
      <dgm:prSet presAssocID="{09989E7D-F987-4FE1-8527-FFD60BEF81C5}" presName="compNode" presStyleCnt="0"/>
      <dgm:spPr/>
    </dgm:pt>
    <dgm:pt modelId="{BC3F4A14-D5DA-4069-B8CA-9C0492CE3BF8}" type="pres">
      <dgm:prSet presAssocID="{09989E7D-F987-4FE1-8527-FFD60BEF81C5}" presName="iconBgRect" presStyleLbl="bgShp" presStyleIdx="3" presStyleCnt="4"/>
      <dgm:spPr/>
    </dgm:pt>
    <dgm:pt modelId="{AB5897D2-E136-43AF-A885-114166A672FF}" type="pres">
      <dgm:prSet presAssocID="{09989E7D-F987-4FE1-8527-FFD60BEF81C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tecting Hand"/>
        </a:ext>
      </dgm:extLst>
    </dgm:pt>
    <dgm:pt modelId="{5913C05D-1AC7-4D93-B19C-48F22540FEB2}" type="pres">
      <dgm:prSet presAssocID="{09989E7D-F987-4FE1-8527-FFD60BEF81C5}" presName="spaceRect" presStyleCnt="0"/>
      <dgm:spPr/>
    </dgm:pt>
    <dgm:pt modelId="{FF23AF99-AF92-43A3-A013-A56E46DE94D5}" type="pres">
      <dgm:prSet presAssocID="{09989E7D-F987-4FE1-8527-FFD60BEF81C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0CFF007-9E65-444A-A1EF-E39F42D60C80}" type="presOf" srcId="{C4127F8A-2CD7-4B48-BE3C-B73B72128BFC}" destId="{34A6AFDF-9041-4BEE-857D-28D8C6CADEFE}" srcOrd="0" destOrd="0" presId="urn:microsoft.com/office/officeart/2018/5/layout/IconCircleLabelList"/>
    <dgm:cxn modelId="{28A0ED0C-3A09-4CE5-9719-9CC04DF0C77B}" type="presOf" srcId="{09989E7D-F987-4FE1-8527-FFD60BEF81C5}" destId="{FF23AF99-AF92-43A3-A013-A56E46DE94D5}" srcOrd="0" destOrd="0" presId="urn:microsoft.com/office/officeart/2018/5/layout/IconCircleLabelList"/>
    <dgm:cxn modelId="{103F1265-D5AF-4F35-905A-9CE2FECBC231}" srcId="{9952C1B5-AD68-40F6-9F3E-D5E0F5E72C48}" destId="{3E6CD866-6291-4563-B037-F7BB77250FBB}" srcOrd="0" destOrd="0" parTransId="{B7FBD0DB-6315-49E6-A5C9-8823CBBF6FE2}" sibTransId="{A7C0E8F6-FC2B-4BCA-979D-974A4AC2989F}"/>
    <dgm:cxn modelId="{3D99106B-6C86-476B-A738-8DE91BC7FE00}" srcId="{9952C1B5-AD68-40F6-9F3E-D5E0F5E72C48}" destId="{C4127F8A-2CD7-4B48-BE3C-B73B72128BFC}" srcOrd="2" destOrd="0" parTransId="{47F9D886-9A5B-4CF0-A2D6-FA4AD2D4B07C}" sibTransId="{F0AB4B69-77F7-4AD9-BE72-27A38F3B471B}"/>
    <dgm:cxn modelId="{7A817B6F-5CAD-4733-B7EE-3CB33E2AAAAB}" srcId="{9952C1B5-AD68-40F6-9F3E-D5E0F5E72C48}" destId="{EB774373-6B60-4826-AF92-84FED5C93D53}" srcOrd="1" destOrd="0" parTransId="{D8BAA452-90B9-4285-BBD9-D0E42EE28A23}" sibTransId="{DDBFA08E-C707-457A-B525-7EB932BE3CE2}"/>
    <dgm:cxn modelId="{C4135F7D-AC40-44B9-BDC5-148DA86EEF60}" type="presOf" srcId="{9952C1B5-AD68-40F6-9F3E-D5E0F5E72C48}" destId="{0DD9B5D2-6417-49A4-844E-402BA4C7B141}" srcOrd="0" destOrd="0" presId="urn:microsoft.com/office/officeart/2018/5/layout/IconCircleLabelList"/>
    <dgm:cxn modelId="{415D1CBB-ABED-4139-BB89-059D7C066884}" type="presOf" srcId="{EB774373-6B60-4826-AF92-84FED5C93D53}" destId="{325691A7-3BAA-4073-8F46-A6EBC4B1A871}" srcOrd="0" destOrd="0" presId="urn:microsoft.com/office/officeart/2018/5/layout/IconCircleLabelList"/>
    <dgm:cxn modelId="{D4590DD6-B83E-4898-90CD-44BE5CF4F938}" srcId="{9952C1B5-AD68-40F6-9F3E-D5E0F5E72C48}" destId="{09989E7D-F987-4FE1-8527-FFD60BEF81C5}" srcOrd="3" destOrd="0" parTransId="{3E857234-C141-47DF-975C-F1A5606ABC9B}" sibTransId="{B6FD2499-656F-484F-83C6-2CDFC895C8F1}"/>
    <dgm:cxn modelId="{4B14CDE7-E9E5-4DB7-B65A-D0EEF1326AB8}" type="presOf" srcId="{3E6CD866-6291-4563-B037-F7BB77250FBB}" destId="{4C45FCF7-A56D-4743-9144-C2FBACEB7D31}" srcOrd="0" destOrd="0" presId="urn:microsoft.com/office/officeart/2018/5/layout/IconCircleLabelList"/>
    <dgm:cxn modelId="{1FA12EF1-911F-4B96-8D05-2E10D9123143}" type="presParOf" srcId="{0DD9B5D2-6417-49A4-844E-402BA4C7B141}" destId="{A3606AE7-F323-4534-84F0-BCEA130F397B}" srcOrd="0" destOrd="0" presId="urn:microsoft.com/office/officeart/2018/5/layout/IconCircleLabelList"/>
    <dgm:cxn modelId="{D99297EB-05F5-4A00-8CB0-E64346D0969D}" type="presParOf" srcId="{A3606AE7-F323-4534-84F0-BCEA130F397B}" destId="{23EF964B-B517-487A-94E4-66C8C0AEB4FA}" srcOrd="0" destOrd="0" presId="urn:microsoft.com/office/officeart/2018/5/layout/IconCircleLabelList"/>
    <dgm:cxn modelId="{E0C296B9-63C5-46E9-BB0F-B50709129BD8}" type="presParOf" srcId="{A3606AE7-F323-4534-84F0-BCEA130F397B}" destId="{E74900F5-37D6-49B4-8CF2-D3E73D746971}" srcOrd="1" destOrd="0" presId="urn:microsoft.com/office/officeart/2018/5/layout/IconCircleLabelList"/>
    <dgm:cxn modelId="{41A3F891-9320-4982-B682-4ADC47722D9E}" type="presParOf" srcId="{A3606AE7-F323-4534-84F0-BCEA130F397B}" destId="{23110989-9557-4093-B7A8-EFFA7D451BEE}" srcOrd="2" destOrd="0" presId="urn:microsoft.com/office/officeart/2018/5/layout/IconCircleLabelList"/>
    <dgm:cxn modelId="{6D808C9F-5E03-4937-A004-6B74325D0A0D}" type="presParOf" srcId="{A3606AE7-F323-4534-84F0-BCEA130F397B}" destId="{4C45FCF7-A56D-4743-9144-C2FBACEB7D31}" srcOrd="3" destOrd="0" presId="urn:microsoft.com/office/officeart/2018/5/layout/IconCircleLabelList"/>
    <dgm:cxn modelId="{84D9E410-968F-4098-A2B2-2F5114786AAA}" type="presParOf" srcId="{0DD9B5D2-6417-49A4-844E-402BA4C7B141}" destId="{3D6C8EDF-5FD6-457C-B4C8-6ECF160DFA2C}" srcOrd="1" destOrd="0" presId="urn:microsoft.com/office/officeart/2018/5/layout/IconCircleLabelList"/>
    <dgm:cxn modelId="{5E028258-0821-4C0C-B220-FB6A0A2CF985}" type="presParOf" srcId="{0DD9B5D2-6417-49A4-844E-402BA4C7B141}" destId="{4B294763-770A-412E-92C6-A9299D0D158E}" srcOrd="2" destOrd="0" presId="urn:microsoft.com/office/officeart/2018/5/layout/IconCircleLabelList"/>
    <dgm:cxn modelId="{3F0F5DCE-8999-4477-A299-B0A485AC156C}" type="presParOf" srcId="{4B294763-770A-412E-92C6-A9299D0D158E}" destId="{F5653FA6-24B5-4B3A-80D0-30D735BC489A}" srcOrd="0" destOrd="0" presId="urn:microsoft.com/office/officeart/2018/5/layout/IconCircleLabelList"/>
    <dgm:cxn modelId="{FE84CF0E-B989-4555-8AEE-2EFCA2C0A68C}" type="presParOf" srcId="{4B294763-770A-412E-92C6-A9299D0D158E}" destId="{A880715A-F9E5-455E-8F87-D3E487E9AF0E}" srcOrd="1" destOrd="0" presId="urn:microsoft.com/office/officeart/2018/5/layout/IconCircleLabelList"/>
    <dgm:cxn modelId="{AC31F09D-3EE1-419C-B9CB-6692AF96CB81}" type="presParOf" srcId="{4B294763-770A-412E-92C6-A9299D0D158E}" destId="{933D91F0-018E-49B2-89BA-DBB04E147E39}" srcOrd="2" destOrd="0" presId="urn:microsoft.com/office/officeart/2018/5/layout/IconCircleLabelList"/>
    <dgm:cxn modelId="{F4CD8D16-6C99-4C2F-8688-00E20857021A}" type="presParOf" srcId="{4B294763-770A-412E-92C6-A9299D0D158E}" destId="{325691A7-3BAA-4073-8F46-A6EBC4B1A871}" srcOrd="3" destOrd="0" presId="urn:microsoft.com/office/officeart/2018/5/layout/IconCircleLabelList"/>
    <dgm:cxn modelId="{1CCC66DD-794A-409B-99DE-FF9F3F326F63}" type="presParOf" srcId="{0DD9B5D2-6417-49A4-844E-402BA4C7B141}" destId="{DCD016D8-CE76-4DBD-BD44-6B04713E56CE}" srcOrd="3" destOrd="0" presId="urn:microsoft.com/office/officeart/2018/5/layout/IconCircleLabelList"/>
    <dgm:cxn modelId="{1E571579-BC5E-45C4-A7C3-E8E2CB467E8C}" type="presParOf" srcId="{0DD9B5D2-6417-49A4-844E-402BA4C7B141}" destId="{DA0D7730-7F55-4B27-95B2-A350948CD174}" srcOrd="4" destOrd="0" presId="urn:microsoft.com/office/officeart/2018/5/layout/IconCircleLabelList"/>
    <dgm:cxn modelId="{DAC157A7-5BC9-4ECD-99DB-02A8B2562A77}" type="presParOf" srcId="{DA0D7730-7F55-4B27-95B2-A350948CD174}" destId="{04B840A1-7C73-44BE-83DD-12B7B6BC9FC1}" srcOrd="0" destOrd="0" presId="urn:microsoft.com/office/officeart/2018/5/layout/IconCircleLabelList"/>
    <dgm:cxn modelId="{0A01F718-3917-4015-9D1F-E9122B801184}" type="presParOf" srcId="{DA0D7730-7F55-4B27-95B2-A350948CD174}" destId="{71C012CF-D827-4EF0-82BD-180FB1046FFC}" srcOrd="1" destOrd="0" presId="urn:microsoft.com/office/officeart/2018/5/layout/IconCircleLabelList"/>
    <dgm:cxn modelId="{A3FD9ED9-8F31-4602-9EBB-64F7CF3D421A}" type="presParOf" srcId="{DA0D7730-7F55-4B27-95B2-A350948CD174}" destId="{AD8FD35C-9C93-40CC-928F-DB308E96DAEF}" srcOrd="2" destOrd="0" presId="urn:microsoft.com/office/officeart/2018/5/layout/IconCircleLabelList"/>
    <dgm:cxn modelId="{E7E9FAC2-9FA7-480B-B0BC-9D83E883FEFC}" type="presParOf" srcId="{DA0D7730-7F55-4B27-95B2-A350948CD174}" destId="{34A6AFDF-9041-4BEE-857D-28D8C6CADEFE}" srcOrd="3" destOrd="0" presId="urn:microsoft.com/office/officeart/2018/5/layout/IconCircleLabelList"/>
    <dgm:cxn modelId="{E078E902-F762-4EE9-848B-000794430CB6}" type="presParOf" srcId="{0DD9B5D2-6417-49A4-844E-402BA4C7B141}" destId="{D11D0AAA-10D0-4E3E-8C09-6568456E69D1}" srcOrd="5" destOrd="0" presId="urn:microsoft.com/office/officeart/2018/5/layout/IconCircleLabelList"/>
    <dgm:cxn modelId="{E0CDA8DA-00C9-407D-84D6-9835DD28BD23}" type="presParOf" srcId="{0DD9B5D2-6417-49A4-844E-402BA4C7B141}" destId="{765EE5A3-A500-4269-9595-B50E74BA3C8B}" srcOrd="6" destOrd="0" presId="urn:microsoft.com/office/officeart/2018/5/layout/IconCircleLabelList"/>
    <dgm:cxn modelId="{E117A496-2919-46B1-A50B-047DEEE47234}" type="presParOf" srcId="{765EE5A3-A500-4269-9595-B50E74BA3C8B}" destId="{BC3F4A14-D5DA-4069-B8CA-9C0492CE3BF8}" srcOrd="0" destOrd="0" presId="urn:microsoft.com/office/officeart/2018/5/layout/IconCircleLabelList"/>
    <dgm:cxn modelId="{D2FE08EB-6B5A-4549-A7BD-CCAEB52AF5C6}" type="presParOf" srcId="{765EE5A3-A500-4269-9595-B50E74BA3C8B}" destId="{AB5897D2-E136-43AF-A885-114166A672FF}" srcOrd="1" destOrd="0" presId="urn:microsoft.com/office/officeart/2018/5/layout/IconCircleLabelList"/>
    <dgm:cxn modelId="{5AC64436-4F04-465C-80E0-6055C5D7FA47}" type="presParOf" srcId="{765EE5A3-A500-4269-9595-B50E74BA3C8B}" destId="{5913C05D-1AC7-4D93-B19C-48F22540FEB2}" srcOrd="2" destOrd="0" presId="urn:microsoft.com/office/officeart/2018/5/layout/IconCircleLabelList"/>
    <dgm:cxn modelId="{1007DC07-A20F-47D2-BF41-F8206FBA7EEE}" type="presParOf" srcId="{765EE5A3-A500-4269-9595-B50E74BA3C8B}" destId="{FF23AF99-AF92-43A3-A013-A56E46DE94D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030B615F-507A-4EF7-A358-8A4460E15C19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E945C45-66E0-48C9-A37B-25791DE7D54D}">
      <dgm:prSet/>
      <dgm:spPr/>
      <dgm:t>
        <a:bodyPr/>
        <a:lstStyle/>
        <a:p>
          <a:r>
            <a:rPr lang="en-US"/>
            <a:t>Hardware constraints → abstracted capture layer.</a:t>
          </a:r>
        </a:p>
      </dgm:t>
    </dgm:pt>
    <dgm:pt modelId="{F2616953-726F-4F3C-83AD-D3698DA73EF5}" type="parTrans" cxnId="{E85C7C58-F942-4424-A65D-450137CA4389}">
      <dgm:prSet/>
      <dgm:spPr/>
      <dgm:t>
        <a:bodyPr/>
        <a:lstStyle/>
        <a:p>
          <a:endParaRPr lang="en-US"/>
        </a:p>
      </dgm:t>
    </dgm:pt>
    <dgm:pt modelId="{C6824C50-7A24-40C8-A84E-EF344415A531}" type="sibTrans" cxnId="{E85C7C58-F942-4424-A65D-450137CA4389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5830B663-7446-406C-ACC3-BE04D525DDBE}">
      <dgm:prSet/>
      <dgm:spPr/>
      <dgm:t>
        <a:bodyPr/>
        <a:lstStyle/>
        <a:p>
          <a:r>
            <a:rPr lang="en-US"/>
            <a:t>Class imbalance → SMOTE variants &amp; ensemble blending.</a:t>
          </a:r>
        </a:p>
      </dgm:t>
    </dgm:pt>
    <dgm:pt modelId="{B0ACED84-DFE1-436F-9A49-2047F3973F0E}" type="parTrans" cxnId="{2029E521-1E9F-4B5C-8EF4-88C064EB0D91}">
      <dgm:prSet/>
      <dgm:spPr/>
      <dgm:t>
        <a:bodyPr/>
        <a:lstStyle/>
        <a:p>
          <a:endParaRPr lang="en-US"/>
        </a:p>
      </dgm:t>
    </dgm:pt>
    <dgm:pt modelId="{2B379956-82C2-458C-951C-BE1258D2505B}" type="sibTrans" cxnId="{2029E521-1E9F-4B5C-8EF4-88C064EB0D91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E430044F-4C75-465C-961A-3FE03ED95961}">
      <dgm:prSet/>
      <dgm:spPr/>
      <dgm:t>
        <a:bodyPr/>
        <a:lstStyle/>
        <a:p>
          <a:r>
            <a:rPr lang="en-US"/>
            <a:t>Time-zone coordination → async stand-ups &amp; MR templates.</a:t>
          </a:r>
        </a:p>
      </dgm:t>
    </dgm:pt>
    <dgm:pt modelId="{FE85C4EF-DEF9-4E70-B054-F9E4672BB174}" type="parTrans" cxnId="{D81DD25B-A8B6-4727-95B7-FB11ACEBDB06}">
      <dgm:prSet/>
      <dgm:spPr/>
      <dgm:t>
        <a:bodyPr/>
        <a:lstStyle/>
        <a:p>
          <a:endParaRPr lang="en-US"/>
        </a:p>
      </dgm:t>
    </dgm:pt>
    <dgm:pt modelId="{36707A61-F620-4A3F-B00D-D8344DF63FB0}" type="sibTrans" cxnId="{D81DD25B-A8B6-4727-95B7-FB11ACEBDB06}">
      <dgm:prSet phldrT="03"/>
      <dgm:spPr/>
      <dgm:t>
        <a:bodyPr/>
        <a:lstStyle/>
        <a:p>
          <a:r>
            <a:rPr lang="en-US"/>
            <a:t>03</a:t>
          </a:r>
        </a:p>
      </dgm:t>
    </dgm:pt>
    <dgm:pt modelId="{A539F346-CD40-4614-B882-059DCA3A08DB}">
      <dgm:prSet/>
      <dgm:spPr/>
      <dgm:t>
        <a:bodyPr/>
        <a:lstStyle/>
        <a:p>
          <a:r>
            <a:rPr lang="en-US"/>
            <a:t>Dataset drift → scheduled retraining pipeline bi-weekly.</a:t>
          </a:r>
        </a:p>
      </dgm:t>
    </dgm:pt>
    <dgm:pt modelId="{692466D8-FA9C-4056-AE09-6CA27300B381}" type="parTrans" cxnId="{FBE8DBD1-BDD5-484D-9627-12FEFB0DA950}">
      <dgm:prSet/>
      <dgm:spPr/>
      <dgm:t>
        <a:bodyPr/>
        <a:lstStyle/>
        <a:p>
          <a:endParaRPr lang="en-US"/>
        </a:p>
      </dgm:t>
    </dgm:pt>
    <dgm:pt modelId="{6802F068-094A-466E-872A-CAEAEDEF47D2}" type="sibTrans" cxnId="{FBE8DBD1-BDD5-484D-9627-12FEFB0DA950}">
      <dgm:prSet phldrT="04"/>
      <dgm:spPr/>
      <dgm:t>
        <a:bodyPr/>
        <a:lstStyle/>
        <a:p>
          <a:r>
            <a:rPr lang="en-US"/>
            <a:t>04</a:t>
          </a:r>
        </a:p>
      </dgm:t>
    </dgm:pt>
    <dgm:pt modelId="{865B7445-1714-A641-8E48-F312558C02A4}" type="pres">
      <dgm:prSet presAssocID="{030B615F-507A-4EF7-A358-8A4460E15C19}" presName="Name0" presStyleCnt="0">
        <dgm:presLayoutVars>
          <dgm:animLvl val="lvl"/>
          <dgm:resizeHandles val="exact"/>
        </dgm:presLayoutVars>
      </dgm:prSet>
      <dgm:spPr/>
    </dgm:pt>
    <dgm:pt modelId="{96AD9DF5-E824-FA4F-A64E-109F31D7DE6A}" type="pres">
      <dgm:prSet presAssocID="{0E945C45-66E0-48C9-A37B-25791DE7D54D}" presName="compositeNode" presStyleCnt="0">
        <dgm:presLayoutVars>
          <dgm:bulletEnabled val="1"/>
        </dgm:presLayoutVars>
      </dgm:prSet>
      <dgm:spPr/>
    </dgm:pt>
    <dgm:pt modelId="{584C66B4-C1DC-4348-B5B1-1EAEFB3AEC3F}" type="pres">
      <dgm:prSet presAssocID="{0E945C45-66E0-48C9-A37B-25791DE7D54D}" presName="bgRect" presStyleLbl="alignNode1" presStyleIdx="0" presStyleCnt="4"/>
      <dgm:spPr/>
    </dgm:pt>
    <dgm:pt modelId="{65EC5398-E136-7442-BC8A-879DE4AE416D}" type="pres">
      <dgm:prSet presAssocID="{C6824C50-7A24-40C8-A84E-EF344415A531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9173CB0E-0BD4-914F-845D-306C1552C9A4}" type="pres">
      <dgm:prSet presAssocID="{0E945C45-66E0-48C9-A37B-25791DE7D54D}" presName="nodeRect" presStyleLbl="alignNode1" presStyleIdx="0" presStyleCnt="4">
        <dgm:presLayoutVars>
          <dgm:bulletEnabled val="1"/>
        </dgm:presLayoutVars>
      </dgm:prSet>
      <dgm:spPr/>
    </dgm:pt>
    <dgm:pt modelId="{C5015802-4429-314C-8C09-2A553BFC99EC}" type="pres">
      <dgm:prSet presAssocID="{C6824C50-7A24-40C8-A84E-EF344415A531}" presName="sibTrans" presStyleCnt="0"/>
      <dgm:spPr/>
    </dgm:pt>
    <dgm:pt modelId="{04A58695-57CA-8E42-A93D-6810B8DECA2F}" type="pres">
      <dgm:prSet presAssocID="{5830B663-7446-406C-ACC3-BE04D525DDBE}" presName="compositeNode" presStyleCnt="0">
        <dgm:presLayoutVars>
          <dgm:bulletEnabled val="1"/>
        </dgm:presLayoutVars>
      </dgm:prSet>
      <dgm:spPr/>
    </dgm:pt>
    <dgm:pt modelId="{CB6501D7-4AB0-984C-A089-786E528E606E}" type="pres">
      <dgm:prSet presAssocID="{5830B663-7446-406C-ACC3-BE04D525DDBE}" presName="bgRect" presStyleLbl="alignNode1" presStyleIdx="1" presStyleCnt="4"/>
      <dgm:spPr/>
    </dgm:pt>
    <dgm:pt modelId="{FF79BFDE-0327-AD4D-80F9-78FFD0CF09EC}" type="pres">
      <dgm:prSet presAssocID="{2B379956-82C2-458C-951C-BE1258D2505B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F086B8D7-7980-7C40-AF44-6ED7FAD80C98}" type="pres">
      <dgm:prSet presAssocID="{5830B663-7446-406C-ACC3-BE04D525DDBE}" presName="nodeRect" presStyleLbl="alignNode1" presStyleIdx="1" presStyleCnt="4">
        <dgm:presLayoutVars>
          <dgm:bulletEnabled val="1"/>
        </dgm:presLayoutVars>
      </dgm:prSet>
      <dgm:spPr/>
    </dgm:pt>
    <dgm:pt modelId="{2B10FDE4-0D54-7348-A9D5-A40CA0C286C5}" type="pres">
      <dgm:prSet presAssocID="{2B379956-82C2-458C-951C-BE1258D2505B}" presName="sibTrans" presStyleCnt="0"/>
      <dgm:spPr/>
    </dgm:pt>
    <dgm:pt modelId="{817B26E3-EC95-ED4D-BED4-F0E61977F2F1}" type="pres">
      <dgm:prSet presAssocID="{E430044F-4C75-465C-961A-3FE03ED95961}" presName="compositeNode" presStyleCnt="0">
        <dgm:presLayoutVars>
          <dgm:bulletEnabled val="1"/>
        </dgm:presLayoutVars>
      </dgm:prSet>
      <dgm:spPr/>
    </dgm:pt>
    <dgm:pt modelId="{7277C311-FCC5-3040-8602-467E0CEAF341}" type="pres">
      <dgm:prSet presAssocID="{E430044F-4C75-465C-961A-3FE03ED95961}" presName="bgRect" presStyleLbl="alignNode1" presStyleIdx="2" presStyleCnt="4"/>
      <dgm:spPr/>
    </dgm:pt>
    <dgm:pt modelId="{30A3A422-25E0-5946-9D06-265A79BC16BE}" type="pres">
      <dgm:prSet presAssocID="{36707A61-F620-4A3F-B00D-D8344DF63FB0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21D3DDD5-3309-2B42-BD8F-9ECBFD18F8E6}" type="pres">
      <dgm:prSet presAssocID="{E430044F-4C75-465C-961A-3FE03ED95961}" presName="nodeRect" presStyleLbl="alignNode1" presStyleIdx="2" presStyleCnt="4">
        <dgm:presLayoutVars>
          <dgm:bulletEnabled val="1"/>
        </dgm:presLayoutVars>
      </dgm:prSet>
      <dgm:spPr/>
    </dgm:pt>
    <dgm:pt modelId="{12B2610C-4D07-3049-BFCA-FE833AFD3815}" type="pres">
      <dgm:prSet presAssocID="{36707A61-F620-4A3F-B00D-D8344DF63FB0}" presName="sibTrans" presStyleCnt="0"/>
      <dgm:spPr/>
    </dgm:pt>
    <dgm:pt modelId="{850D099F-A281-174D-8F56-77E1A87EBF48}" type="pres">
      <dgm:prSet presAssocID="{A539F346-CD40-4614-B882-059DCA3A08DB}" presName="compositeNode" presStyleCnt="0">
        <dgm:presLayoutVars>
          <dgm:bulletEnabled val="1"/>
        </dgm:presLayoutVars>
      </dgm:prSet>
      <dgm:spPr/>
    </dgm:pt>
    <dgm:pt modelId="{BE259662-8544-5F46-A532-DD31ACE81972}" type="pres">
      <dgm:prSet presAssocID="{A539F346-CD40-4614-B882-059DCA3A08DB}" presName="bgRect" presStyleLbl="alignNode1" presStyleIdx="3" presStyleCnt="4"/>
      <dgm:spPr/>
    </dgm:pt>
    <dgm:pt modelId="{1D736524-3BA8-BC46-BB3E-9D3713EE114C}" type="pres">
      <dgm:prSet presAssocID="{6802F068-094A-466E-872A-CAEAEDEF47D2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E8E27943-B4C7-8948-94C5-97675FFA40FF}" type="pres">
      <dgm:prSet presAssocID="{A539F346-CD40-4614-B882-059DCA3A08DB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0FBF0C0E-5515-EF41-B013-BB87B742CB45}" type="presOf" srcId="{E430044F-4C75-465C-961A-3FE03ED95961}" destId="{21D3DDD5-3309-2B42-BD8F-9ECBFD18F8E6}" srcOrd="1" destOrd="0" presId="urn:microsoft.com/office/officeart/2016/7/layout/LinearBlockProcessNumbered"/>
    <dgm:cxn modelId="{2029E521-1E9F-4B5C-8EF4-88C064EB0D91}" srcId="{030B615F-507A-4EF7-A358-8A4460E15C19}" destId="{5830B663-7446-406C-ACC3-BE04D525DDBE}" srcOrd="1" destOrd="0" parTransId="{B0ACED84-DFE1-436F-9A49-2047F3973F0E}" sibTransId="{2B379956-82C2-458C-951C-BE1258D2505B}"/>
    <dgm:cxn modelId="{3B541731-A550-8B43-B135-86C73807D941}" type="presOf" srcId="{5830B663-7446-406C-ACC3-BE04D525DDBE}" destId="{CB6501D7-4AB0-984C-A089-786E528E606E}" srcOrd="0" destOrd="0" presId="urn:microsoft.com/office/officeart/2016/7/layout/LinearBlockProcessNumbered"/>
    <dgm:cxn modelId="{D9E82439-69CF-1D4D-9E2A-BC3AA8C068E0}" type="presOf" srcId="{2B379956-82C2-458C-951C-BE1258D2505B}" destId="{FF79BFDE-0327-AD4D-80F9-78FFD0CF09EC}" srcOrd="0" destOrd="0" presId="urn:microsoft.com/office/officeart/2016/7/layout/LinearBlockProcessNumbered"/>
    <dgm:cxn modelId="{D0178D52-B916-FA49-9410-3BD246963182}" type="presOf" srcId="{36707A61-F620-4A3F-B00D-D8344DF63FB0}" destId="{30A3A422-25E0-5946-9D06-265A79BC16BE}" srcOrd="0" destOrd="0" presId="urn:microsoft.com/office/officeart/2016/7/layout/LinearBlockProcessNumbered"/>
    <dgm:cxn modelId="{E85C7C58-F942-4424-A65D-450137CA4389}" srcId="{030B615F-507A-4EF7-A358-8A4460E15C19}" destId="{0E945C45-66E0-48C9-A37B-25791DE7D54D}" srcOrd="0" destOrd="0" parTransId="{F2616953-726F-4F3C-83AD-D3698DA73EF5}" sibTransId="{C6824C50-7A24-40C8-A84E-EF344415A531}"/>
    <dgm:cxn modelId="{D81DD25B-A8B6-4727-95B7-FB11ACEBDB06}" srcId="{030B615F-507A-4EF7-A358-8A4460E15C19}" destId="{E430044F-4C75-465C-961A-3FE03ED95961}" srcOrd="2" destOrd="0" parTransId="{FE85C4EF-DEF9-4E70-B054-F9E4672BB174}" sibTransId="{36707A61-F620-4A3F-B00D-D8344DF63FB0}"/>
    <dgm:cxn modelId="{67BC6C68-9D3E-BD45-9931-80F954E33B1C}" type="presOf" srcId="{C6824C50-7A24-40C8-A84E-EF344415A531}" destId="{65EC5398-E136-7442-BC8A-879DE4AE416D}" srcOrd="0" destOrd="0" presId="urn:microsoft.com/office/officeart/2016/7/layout/LinearBlockProcessNumbered"/>
    <dgm:cxn modelId="{C837A668-3931-B046-994D-AA2A28398A02}" type="presOf" srcId="{A539F346-CD40-4614-B882-059DCA3A08DB}" destId="{BE259662-8544-5F46-A532-DD31ACE81972}" srcOrd="0" destOrd="0" presId="urn:microsoft.com/office/officeart/2016/7/layout/LinearBlockProcessNumbered"/>
    <dgm:cxn modelId="{4121B568-726C-1948-BE55-E428AB7BF37A}" type="presOf" srcId="{E430044F-4C75-465C-961A-3FE03ED95961}" destId="{7277C311-FCC5-3040-8602-467E0CEAF341}" srcOrd="0" destOrd="0" presId="urn:microsoft.com/office/officeart/2016/7/layout/LinearBlockProcessNumbered"/>
    <dgm:cxn modelId="{1FCD8081-8361-E84D-B79C-BC77D47089EE}" type="presOf" srcId="{5830B663-7446-406C-ACC3-BE04D525DDBE}" destId="{F086B8D7-7980-7C40-AF44-6ED7FAD80C98}" srcOrd="1" destOrd="0" presId="urn:microsoft.com/office/officeart/2016/7/layout/LinearBlockProcessNumbered"/>
    <dgm:cxn modelId="{DB8D0884-55D2-8945-AA4C-FFF55B8CFB31}" type="presOf" srcId="{A539F346-CD40-4614-B882-059DCA3A08DB}" destId="{E8E27943-B4C7-8948-94C5-97675FFA40FF}" srcOrd="1" destOrd="0" presId="urn:microsoft.com/office/officeart/2016/7/layout/LinearBlockProcessNumbered"/>
    <dgm:cxn modelId="{0BC41E94-CDF2-DB48-9F2A-ED2A82222173}" type="presOf" srcId="{030B615F-507A-4EF7-A358-8A4460E15C19}" destId="{865B7445-1714-A641-8E48-F312558C02A4}" srcOrd="0" destOrd="0" presId="urn:microsoft.com/office/officeart/2016/7/layout/LinearBlockProcessNumbered"/>
    <dgm:cxn modelId="{7FA258BF-54DF-C646-861C-CE4F7DF8EA1B}" type="presOf" srcId="{6802F068-094A-466E-872A-CAEAEDEF47D2}" destId="{1D736524-3BA8-BC46-BB3E-9D3713EE114C}" srcOrd="0" destOrd="0" presId="urn:microsoft.com/office/officeart/2016/7/layout/LinearBlockProcessNumbered"/>
    <dgm:cxn modelId="{5AE0D2C2-B7DC-FC4C-894E-21F068005A46}" type="presOf" srcId="{0E945C45-66E0-48C9-A37B-25791DE7D54D}" destId="{584C66B4-C1DC-4348-B5B1-1EAEFB3AEC3F}" srcOrd="0" destOrd="0" presId="urn:microsoft.com/office/officeart/2016/7/layout/LinearBlockProcessNumbered"/>
    <dgm:cxn modelId="{FBE8DBD1-BDD5-484D-9627-12FEFB0DA950}" srcId="{030B615F-507A-4EF7-A358-8A4460E15C19}" destId="{A539F346-CD40-4614-B882-059DCA3A08DB}" srcOrd="3" destOrd="0" parTransId="{692466D8-FA9C-4056-AE09-6CA27300B381}" sibTransId="{6802F068-094A-466E-872A-CAEAEDEF47D2}"/>
    <dgm:cxn modelId="{2266C1FC-BD8C-1443-9F55-A5729C6D10B4}" type="presOf" srcId="{0E945C45-66E0-48C9-A37B-25791DE7D54D}" destId="{9173CB0E-0BD4-914F-845D-306C1552C9A4}" srcOrd="1" destOrd="0" presId="urn:microsoft.com/office/officeart/2016/7/layout/LinearBlockProcessNumbered"/>
    <dgm:cxn modelId="{8915E702-919A-C740-907B-5CC2289C8821}" type="presParOf" srcId="{865B7445-1714-A641-8E48-F312558C02A4}" destId="{96AD9DF5-E824-FA4F-A64E-109F31D7DE6A}" srcOrd="0" destOrd="0" presId="urn:microsoft.com/office/officeart/2016/7/layout/LinearBlockProcessNumbered"/>
    <dgm:cxn modelId="{482C89A3-E821-5F48-8921-ECCA4EBACFFE}" type="presParOf" srcId="{96AD9DF5-E824-FA4F-A64E-109F31D7DE6A}" destId="{584C66B4-C1DC-4348-B5B1-1EAEFB3AEC3F}" srcOrd="0" destOrd="0" presId="urn:microsoft.com/office/officeart/2016/7/layout/LinearBlockProcessNumbered"/>
    <dgm:cxn modelId="{EF33AD05-6CC4-8742-AD91-4E38D132BD59}" type="presParOf" srcId="{96AD9DF5-E824-FA4F-A64E-109F31D7DE6A}" destId="{65EC5398-E136-7442-BC8A-879DE4AE416D}" srcOrd="1" destOrd="0" presId="urn:microsoft.com/office/officeart/2016/7/layout/LinearBlockProcessNumbered"/>
    <dgm:cxn modelId="{E352A9FF-DA14-0642-870A-67E5ECD5A586}" type="presParOf" srcId="{96AD9DF5-E824-FA4F-A64E-109F31D7DE6A}" destId="{9173CB0E-0BD4-914F-845D-306C1552C9A4}" srcOrd="2" destOrd="0" presId="urn:microsoft.com/office/officeart/2016/7/layout/LinearBlockProcessNumbered"/>
    <dgm:cxn modelId="{F8763BD5-779B-934D-B3FC-E87DDC4CA589}" type="presParOf" srcId="{865B7445-1714-A641-8E48-F312558C02A4}" destId="{C5015802-4429-314C-8C09-2A553BFC99EC}" srcOrd="1" destOrd="0" presId="urn:microsoft.com/office/officeart/2016/7/layout/LinearBlockProcessNumbered"/>
    <dgm:cxn modelId="{8CCFEA73-57C0-0D42-A931-789D09DD6447}" type="presParOf" srcId="{865B7445-1714-A641-8E48-F312558C02A4}" destId="{04A58695-57CA-8E42-A93D-6810B8DECA2F}" srcOrd="2" destOrd="0" presId="urn:microsoft.com/office/officeart/2016/7/layout/LinearBlockProcessNumbered"/>
    <dgm:cxn modelId="{D1AB3DFA-7D5C-7D4A-99A7-7775DA3F167A}" type="presParOf" srcId="{04A58695-57CA-8E42-A93D-6810B8DECA2F}" destId="{CB6501D7-4AB0-984C-A089-786E528E606E}" srcOrd="0" destOrd="0" presId="urn:microsoft.com/office/officeart/2016/7/layout/LinearBlockProcessNumbered"/>
    <dgm:cxn modelId="{ABB765A5-B3EC-ED4B-886C-667BF613D81D}" type="presParOf" srcId="{04A58695-57CA-8E42-A93D-6810B8DECA2F}" destId="{FF79BFDE-0327-AD4D-80F9-78FFD0CF09EC}" srcOrd="1" destOrd="0" presId="urn:microsoft.com/office/officeart/2016/7/layout/LinearBlockProcessNumbered"/>
    <dgm:cxn modelId="{DCF41965-EBBB-EC41-8E3E-EC4C77794EE6}" type="presParOf" srcId="{04A58695-57CA-8E42-A93D-6810B8DECA2F}" destId="{F086B8D7-7980-7C40-AF44-6ED7FAD80C98}" srcOrd="2" destOrd="0" presId="urn:microsoft.com/office/officeart/2016/7/layout/LinearBlockProcessNumbered"/>
    <dgm:cxn modelId="{D273F9F6-A52D-D549-B9D7-0599FAF71483}" type="presParOf" srcId="{865B7445-1714-A641-8E48-F312558C02A4}" destId="{2B10FDE4-0D54-7348-A9D5-A40CA0C286C5}" srcOrd="3" destOrd="0" presId="urn:microsoft.com/office/officeart/2016/7/layout/LinearBlockProcessNumbered"/>
    <dgm:cxn modelId="{58BFD4E9-158B-8047-BA94-0F7B39CFD483}" type="presParOf" srcId="{865B7445-1714-A641-8E48-F312558C02A4}" destId="{817B26E3-EC95-ED4D-BED4-F0E61977F2F1}" srcOrd="4" destOrd="0" presId="urn:microsoft.com/office/officeart/2016/7/layout/LinearBlockProcessNumbered"/>
    <dgm:cxn modelId="{19E56044-F055-804E-A74C-DC8AC7176A69}" type="presParOf" srcId="{817B26E3-EC95-ED4D-BED4-F0E61977F2F1}" destId="{7277C311-FCC5-3040-8602-467E0CEAF341}" srcOrd="0" destOrd="0" presId="urn:microsoft.com/office/officeart/2016/7/layout/LinearBlockProcessNumbered"/>
    <dgm:cxn modelId="{6486BFC4-B100-4343-9ABD-B4617572A7B7}" type="presParOf" srcId="{817B26E3-EC95-ED4D-BED4-F0E61977F2F1}" destId="{30A3A422-25E0-5946-9D06-265A79BC16BE}" srcOrd="1" destOrd="0" presId="urn:microsoft.com/office/officeart/2016/7/layout/LinearBlockProcessNumbered"/>
    <dgm:cxn modelId="{1D0A3659-44F8-5F4A-81B6-88BAF9AD5A14}" type="presParOf" srcId="{817B26E3-EC95-ED4D-BED4-F0E61977F2F1}" destId="{21D3DDD5-3309-2B42-BD8F-9ECBFD18F8E6}" srcOrd="2" destOrd="0" presId="urn:microsoft.com/office/officeart/2016/7/layout/LinearBlockProcessNumbered"/>
    <dgm:cxn modelId="{FF2DD83B-D86C-9C42-8913-C0452DB8F2E5}" type="presParOf" srcId="{865B7445-1714-A641-8E48-F312558C02A4}" destId="{12B2610C-4D07-3049-BFCA-FE833AFD3815}" srcOrd="5" destOrd="0" presId="urn:microsoft.com/office/officeart/2016/7/layout/LinearBlockProcessNumbered"/>
    <dgm:cxn modelId="{DFB7EB2D-27FA-6D42-98DF-A4996177903F}" type="presParOf" srcId="{865B7445-1714-A641-8E48-F312558C02A4}" destId="{850D099F-A281-174D-8F56-77E1A87EBF48}" srcOrd="6" destOrd="0" presId="urn:microsoft.com/office/officeart/2016/7/layout/LinearBlockProcessNumbered"/>
    <dgm:cxn modelId="{561E6E04-B2AE-014A-9BBE-7C6C35AA7DC6}" type="presParOf" srcId="{850D099F-A281-174D-8F56-77E1A87EBF48}" destId="{BE259662-8544-5F46-A532-DD31ACE81972}" srcOrd="0" destOrd="0" presId="urn:microsoft.com/office/officeart/2016/7/layout/LinearBlockProcessNumbered"/>
    <dgm:cxn modelId="{61C88355-FF73-6F4A-8BF1-96729BACAD51}" type="presParOf" srcId="{850D099F-A281-174D-8F56-77E1A87EBF48}" destId="{1D736524-3BA8-BC46-BB3E-9D3713EE114C}" srcOrd="1" destOrd="0" presId="urn:microsoft.com/office/officeart/2016/7/layout/LinearBlockProcessNumbered"/>
    <dgm:cxn modelId="{8C2BC068-1C9D-024B-86AE-02557CB1C501}" type="presParOf" srcId="{850D099F-A281-174D-8F56-77E1A87EBF48}" destId="{E8E27943-B4C7-8948-94C5-97675FFA40FF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38AF1F20-D3C5-4A93-9FA5-792DCF8625CE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F4083E7-63C5-4CBA-A428-F3F91269D27E}">
      <dgm:prSet/>
      <dgm:spPr/>
      <dgm:t>
        <a:bodyPr/>
        <a:lstStyle/>
        <a:p>
          <a:pPr>
            <a:defRPr cap="all"/>
          </a:pPr>
          <a:r>
            <a:rPr lang="en-US"/>
            <a:t>Deploy gRPC micro-service exposing Predict(stream FlowBatch) RPC.</a:t>
          </a:r>
        </a:p>
      </dgm:t>
    </dgm:pt>
    <dgm:pt modelId="{A08EEED9-A0AF-4498-979A-F1282FC82A87}" type="parTrans" cxnId="{2813E521-5978-4B3A-B28D-FF95CAC1C892}">
      <dgm:prSet/>
      <dgm:spPr/>
      <dgm:t>
        <a:bodyPr/>
        <a:lstStyle/>
        <a:p>
          <a:endParaRPr lang="en-US"/>
        </a:p>
      </dgm:t>
    </dgm:pt>
    <dgm:pt modelId="{12CB897C-BD3D-4FAA-9F90-B9DCBB7FCAF4}" type="sibTrans" cxnId="{2813E521-5978-4B3A-B28D-FF95CAC1C892}">
      <dgm:prSet/>
      <dgm:spPr/>
      <dgm:t>
        <a:bodyPr/>
        <a:lstStyle/>
        <a:p>
          <a:endParaRPr lang="en-US"/>
        </a:p>
      </dgm:t>
    </dgm:pt>
    <dgm:pt modelId="{5B6E5957-7062-49A6-88CE-E467E593EBD7}">
      <dgm:prSet/>
      <dgm:spPr/>
      <dgm:t>
        <a:bodyPr/>
        <a:lstStyle/>
        <a:p>
          <a:pPr>
            <a:defRPr cap="all"/>
          </a:pPr>
          <a:r>
            <a:rPr lang="en-US"/>
            <a:t>Add REST gateway for legacy HTTP clients + OpenAPI spec.</a:t>
          </a:r>
        </a:p>
      </dgm:t>
    </dgm:pt>
    <dgm:pt modelId="{13CA83D3-F36B-4384-8439-074007832852}" type="parTrans" cxnId="{084D110E-B021-41CB-8E12-93CA47C91CE2}">
      <dgm:prSet/>
      <dgm:spPr/>
      <dgm:t>
        <a:bodyPr/>
        <a:lstStyle/>
        <a:p>
          <a:endParaRPr lang="en-US"/>
        </a:p>
      </dgm:t>
    </dgm:pt>
    <dgm:pt modelId="{65232D71-3B8B-465B-BDC3-BDCC4370CCD3}" type="sibTrans" cxnId="{084D110E-B021-41CB-8E12-93CA47C91CE2}">
      <dgm:prSet/>
      <dgm:spPr/>
      <dgm:t>
        <a:bodyPr/>
        <a:lstStyle/>
        <a:p>
          <a:endParaRPr lang="en-US"/>
        </a:p>
      </dgm:t>
    </dgm:pt>
    <dgm:pt modelId="{0C2DBA58-5D53-48CB-8A11-7FE6412BFC66}">
      <dgm:prSet/>
      <dgm:spPr/>
      <dgm:t>
        <a:bodyPr/>
        <a:lstStyle/>
        <a:p>
          <a:pPr>
            <a:defRPr cap="all"/>
          </a:pPr>
          <a:r>
            <a:rPr lang="en-US"/>
            <a:t>JWT bearer tokens w/ refresh + rate-limit (burst 50 req/s).</a:t>
          </a:r>
        </a:p>
      </dgm:t>
    </dgm:pt>
    <dgm:pt modelId="{32F20A38-9201-4B4E-AFA2-938606CE2A88}" type="parTrans" cxnId="{2A353D11-D6A4-4348-B024-06CC596956D6}">
      <dgm:prSet/>
      <dgm:spPr/>
      <dgm:t>
        <a:bodyPr/>
        <a:lstStyle/>
        <a:p>
          <a:endParaRPr lang="en-US"/>
        </a:p>
      </dgm:t>
    </dgm:pt>
    <dgm:pt modelId="{BF5D2B36-17DA-44F4-8C56-5A901C9B9548}" type="sibTrans" cxnId="{2A353D11-D6A4-4348-B024-06CC596956D6}">
      <dgm:prSet/>
      <dgm:spPr/>
      <dgm:t>
        <a:bodyPr/>
        <a:lstStyle/>
        <a:p>
          <a:endParaRPr lang="en-US"/>
        </a:p>
      </dgm:t>
    </dgm:pt>
    <dgm:pt modelId="{7C26B646-8494-4516-A887-63ADAD15A80A}">
      <dgm:prSet/>
      <dgm:spPr/>
      <dgm:t>
        <a:bodyPr/>
        <a:lstStyle/>
        <a:p>
          <a:pPr>
            <a:defRPr cap="all"/>
          </a:pPr>
          <a:r>
            <a:rPr lang="en-US"/>
            <a:t>Objective: 200 ms p99 inference including network hop.</a:t>
          </a:r>
        </a:p>
      </dgm:t>
    </dgm:pt>
    <dgm:pt modelId="{53717FFF-074E-42BC-B5F1-F1F4BCFF5B5E}" type="parTrans" cxnId="{5EE282E7-B771-4E2F-8F5F-4958BDC9732C}">
      <dgm:prSet/>
      <dgm:spPr/>
      <dgm:t>
        <a:bodyPr/>
        <a:lstStyle/>
        <a:p>
          <a:endParaRPr lang="en-US"/>
        </a:p>
      </dgm:t>
    </dgm:pt>
    <dgm:pt modelId="{25D75F15-FBA4-47AC-81A3-91C32D9BC0DB}" type="sibTrans" cxnId="{5EE282E7-B771-4E2F-8F5F-4958BDC9732C}">
      <dgm:prSet/>
      <dgm:spPr/>
      <dgm:t>
        <a:bodyPr/>
        <a:lstStyle/>
        <a:p>
          <a:endParaRPr lang="en-US"/>
        </a:p>
      </dgm:t>
    </dgm:pt>
    <dgm:pt modelId="{8EA9DA60-0E2E-4784-BEDC-FDE8F9432E19}" type="pres">
      <dgm:prSet presAssocID="{38AF1F20-D3C5-4A93-9FA5-792DCF8625CE}" presName="root" presStyleCnt="0">
        <dgm:presLayoutVars>
          <dgm:dir/>
          <dgm:resizeHandles val="exact"/>
        </dgm:presLayoutVars>
      </dgm:prSet>
      <dgm:spPr/>
    </dgm:pt>
    <dgm:pt modelId="{5FF9A949-CD0C-4719-950D-EA3BEEC07A18}" type="pres">
      <dgm:prSet presAssocID="{BF4083E7-63C5-4CBA-A428-F3F91269D27E}" presName="compNode" presStyleCnt="0"/>
      <dgm:spPr/>
    </dgm:pt>
    <dgm:pt modelId="{B5C6656C-FC56-4036-9A91-B0891170BBAD}" type="pres">
      <dgm:prSet presAssocID="{BF4083E7-63C5-4CBA-A428-F3F91269D27E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862E155B-D048-449D-8762-A98328F73E9B}" type="pres">
      <dgm:prSet presAssocID="{BF4083E7-63C5-4CBA-A428-F3F91269D27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FB79EBB1-7936-4A4E-987E-2D78A91D45EB}" type="pres">
      <dgm:prSet presAssocID="{BF4083E7-63C5-4CBA-A428-F3F91269D27E}" presName="spaceRect" presStyleCnt="0"/>
      <dgm:spPr/>
    </dgm:pt>
    <dgm:pt modelId="{66A97325-8B89-4DEA-B5A2-EDA592398254}" type="pres">
      <dgm:prSet presAssocID="{BF4083E7-63C5-4CBA-A428-F3F91269D27E}" presName="textRect" presStyleLbl="revTx" presStyleIdx="0" presStyleCnt="4">
        <dgm:presLayoutVars>
          <dgm:chMax val="1"/>
          <dgm:chPref val="1"/>
        </dgm:presLayoutVars>
      </dgm:prSet>
      <dgm:spPr/>
    </dgm:pt>
    <dgm:pt modelId="{D61C0392-B8A1-4018-9728-C00F06D21DA0}" type="pres">
      <dgm:prSet presAssocID="{12CB897C-BD3D-4FAA-9F90-B9DCBB7FCAF4}" presName="sibTrans" presStyleCnt="0"/>
      <dgm:spPr/>
    </dgm:pt>
    <dgm:pt modelId="{DD799A42-A40C-4875-9F9A-DAFDDDC96714}" type="pres">
      <dgm:prSet presAssocID="{5B6E5957-7062-49A6-88CE-E467E593EBD7}" presName="compNode" presStyleCnt="0"/>
      <dgm:spPr/>
    </dgm:pt>
    <dgm:pt modelId="{AD15D7F5-F53B-4C2F-900D-85CDE173A5CC}" type="pres">
      <dgm:prSet presAssocID="{5B6E5957-7062-49A6-88CE-E467E593EBD7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C63CF60-3626-44F0-8C49-B00286C7A321}" type="pres">
      <dgm:prSet presAssocID="{5B6E5957-7062-49A6-88CE-E467E593EBD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4DCA0DA6-D181-4F14-9F4E-229D0DDD0326}" type="pres">
      <dgm:prSet presAssocID="{5B6E5957-7062-49A6-88CE-E467E593EBD7}" presName="spaceRect" presStyleCnt="0"/>
      <dgm:spPr/>
    </dgm:pt>
    <dgm:pt modelId="{2E75433B-F1CC-4F01-B751-0A74195B9B1E}" type="pres">
      <dgm:prSet presAssocID="{5B6E5957-7062-49A6-88CE-E467E593EBD7}" presName="textRect" presStyleLbl="revTx" presStyleIdx="1" presStyleCnt="4">
        <dgm:presLayoutVars>
          <dgm:chMax val="1"/>
          <dgm:chPref val="1"/>
        </dgm:presLayoutVars>
      </dgm:prSet>
      <dgm:spPr/>
    </dgm:pt>
    <dgm:pt modelId="{357FE59B-2900-4F51-BD3F-CB12B31625B0}" type="pres">
      <dgm:prSet presAssocID="{65232D71-3B8B-465B-BDC3-BDCC4370CCD3}" presName="sibTrans" presStyleCnt="0"/>
      <dgm:spPr/>
    </dgm:pt>
    <dgm:pt modelId="{DAED56D6-9B9E-44AA-8863-30B530092F94}" type="pres">
      <dgm:prSet presAssocID="{0C2DBA58-5D53-48CB-8A11-7FE6412BFC66}" presName="compNode" presStyleCnt="0"/>
      <dgm:spPr/>
    </dgm:pt>
    <dgm:pt modelId="{2F45BD1D-7F70-47A4-977E-19D02A9113EE}" type="pres">
      <dgm:prSet presAssocID="{0C2DBA58-5D53-48CB-8A11-7FE6412BFC66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205972FF-379E-4BCE-BC38-567FB8EBA7F7}" type="pres">
      <dgm:prSet presAssocID="{0C2DBA58-5D53-48CB-8A11-7FE6412BFC6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CB436DEF-DC9B-4D49-BC71-D69F03B606E0}" type="pres">
      <dgm:prSet presAssocID="{0C2DBA58-5D53-48CB-8A11-7FE6412BFC66}" presName="spaceRect" presStyleCnt="0"/>
      <dgm:spPr/>
    </dgm:pt>
    <dgm:pt modelId="{94B5F317-9825-422E-A597-154297A8B12B}" type="pres">
      <dgm:prSet presAssocID="{0C2DBA58-5D53-48CB-8A11-7FE6412BFC66}" presName="textRect" presStyleLbl="revTx" presStyleIdx="2" presStyleCnt="4">
        <dgm:presLayoutVars>
          <dgm:chMax val="1"/>
          <dgm:chPref val="1"/>
        </dgm:presLayoutVars>
      </dgm:prSet>
      <dgm:spPr/>
    </dgm:pt>
    <dgm:pt modelId="{E3B12C6B-5C40-4D51-8DE8-D8FB7D4162D5}" type="pres">
      <dgm:prSet presAssocID="{BF5D2B36-17DA-44F4-8C56-5A901C9B9548}" presName="sibTrans" presStyleCnt="0"/>
      <dgm:spPr/>
    </dgm:pt>
    <dgm:pt modelId="{EE613ED4-9EB4-4D59-BA5C-478751CEC583}" type="pres">
      <dgm:prSet presAssocID="{7C26B646-8494-4516-A887-63ADAD15A80A}" presName="compNode" presStyleCnt="0"/>
      <dgm:spPr/>
    </dgm:pt>
    <dgm:pt modelId="{5EFFD822-ED42-4F14-93CB-88183809DEFE}" type="pres">
      <dgm:prSet presAssocID="{7C26B646-8494-4516-A887-63ADAD15A80A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373B4455-DCBD-4072-A446-CF9244E63AA6}" type="pres">
      <dgm:prSet presAssocID="{7C26B646-8494-4516-A887-63ADAD15A80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44EFB83D-6410-4D03-8BCE-ED6B0D42723A}" type="pres">
      <dgm:prSet presAssocID="{7C26B646-8494-4516-A887-63ADAD15A80A}" presName="spaceRect" presStyleCnt="0"/>
      <dgm:spPr/>
    </dgm:pt>
    <dgm:pt modelId="{D595E9A6-FF11-4EE8-AFC1-BE9AF85F215E}" type="pres">
      <dgm:prSet presAssocID="{7C26B646-8494-4516-A887-63ADAD15A80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84D110E-B021-41CB-8E12-93CA47C91CE2}" srcId="{38AF1F20-D3C5-4A93-9FA5-792DCF8625CE}" destId="{5B6E5957-7062-49A6-88CE-E467E593EBD7}" srcOrd="1" destOrd="0" parTransId="{13CA83D3-F36B-4384-8439-074007832852}" sibTransId="{65232D71-3B8B-465B-BDC3-BDCC4370CCD3}"/>
    <dgm:cxn modelId="{2A353D11-D6A4-4348-B024-06CC596956D6}" srcId="{38AF1F20-D3C5-4A93-9FA5-792DCF8625CE}" destId="{0C2DBA58-5D53-48CB-8A11-7FE6412BFC66}" srcOrd="2" destOrd="0" parTransId="{32F20A38-9201-4B4E-AFA2-938606CE2A88}" sibTransId="{BF5D2B36-17DA-44F4-8C56-5A901C9B9548}"/>
    <dgm:cxn modelId="{2813E521-5978-4B3A-B28D-FF95CAC1C892}" srcId="{38AF1F20-D3C5-4A93-9FA5-792DCF8625CE}" destId="{BF4083E7-63C5-4CBA-A428-F3F91269D27E}" srcOrd="0" destOrd="0" parTransId="{A08EEED9-A0AF-4498-979A-F1282FC82A87}" sibTransId="{12CB897C-BD3D-4FAA-9F90-B9DCBB7FCAF4}"/>
    <dgm:cxn modelId="{3D1FF436-7B77-4CF4-B8A3-65DE128B22D3}" type="presOf" srcId="{0C2DBA58-5D53-48CB-8A11-7FE6412BFC66}" destId="{94B5F317-9825-422E-A597-154297A8B12B}" srcOrd="0" destOrd="0" presId="urn:microsoft.com/office/officeart/2018/5/layout/IconLeafLabelList"/>
    <dgm:cxn modelId="{BB5EAE55-B9BD-497C-B127-94466BD727B0}" type="presOf" srcId="{7C26B646-8494-4516-A887-63ADAD15A80A}" destId="{D595E9A6-FF11-4EE8-AFC1-BE9AF85F215E}" srcOrd="0" destOrd="0" presId="urn:microsoft.com/office/officeart/2018/5/layout/IconLeafLabelList"/>
    <dgm:cxn modelId="{4BF87C88-13A6-4673-8AF0-8D7A1DF2EAEB}" type="presOf" srcId="{38AF1F20-D3C5-4A93-9FA5-792DCF8625CE}" destId="{8EA9DA60-0E2E-4784-BEDC-FDE8F9432E19}" srcOrd="0" destOrd="0" presId="urn:microsoft.com/office/officeart/2018/5/layout/IconLeafLabelList"/>
    <dgm:cxn modelId="{796FA1A3-4C3B-4431-881E-1439794DC933}" type="presOf" srcId="{BF4083E7-63C5-4CBA-A428-F3F91269D27E}" destId="{66A97325-8B89-4DEA-B5A2-EDA592398254}" srcOrd="0" destOrd="0" presId="urn:microsoft.com/office/officeart/2018/5/layout/IconLeafLabelList"/>
    <dgm:cxn modelId="{950E54D0-3A8D-443E-A39B-71F29535889E}" type="presOf" srcId="{5B6E5957-7062-49A6-88CE-E467E593EBD7}" destId="{2E75433B-F1CC-4F01-B751-0A74195B9B1E}" srcOrd="0" destOrd="0" presId="urn:microsoft.com/office/officeart/2018/5/layout/IconLeafLabelList"/>
    <dgm:cxn modelId="{5EE282E7-B771-4E2F-8F5F-4958BDC9732C}" srcId="{38AF1F20-D3C5-4A93-9FA5-792DCF8625CE}" destId="{7C26B646-8494-4516-A887-63ADAD15A80A}" srcOrd="3" destOrd="0" parTransId="{53717FFF-074E-42BC-B5F1-F1F4BCFF5B5E}" sibTransId="{25D75F15-FBA4-47AC-81A3-91C32D9BC0DB}"/>
    <dgm:cxn modelId="{76C1301E-F6C2-448C-95B5-291E43940B49}" type="presParOf" srcId="{8EA9DA60-0E2E-4784-BEDC-FDE8F9432E19}" destId="{5FF9A949-CD0C-4719-950D-EA3BEEC07A18}" srcOrd="0" destOrd="0" presId="urn:microsoft.com/office/officeart/2018/5/layout/IconLeafLabelList"/>
    <dgm:cxn modelId="{99C593BF-61A5-4818-949C-C47139E2D1C7}" type="presParOf" srcId="{5FF9A949-CD0C-4719-950D-EA3BEEC07A18}" destId="{B5C6656C-FC56-4036-9A91-B0891170BBAD}" srcOrd="0" destOrd="0" presId="urn:microsoft.com/office/officeart/2018/5/layout/IconLeafLabelList"/>
    <dgm:cxn modelId="{82D9BC0E-8D1B-4F86-98BE-EE41BBE16747}" type="presParOf" srcId="{5FF9A949-CD0C-4719-950D-EA3BEEC07A18}" destId="{862E155B-D048-449D-8762-A98328F73E9B}" srcOrd="1" destOrd="0" presId="urn:microsoft.com/office/officeart/2018/5/layout/IconLeafLabelList"/>
    <dgm:cxn modelId="{6C62DDB8-3516-4D6B-803D-E434AE0C1B11}" type="presParOf" srcId="{5FF9A949-CD0C-4719-950D-EA3BEEC07A18}" destId="{FB79EBB1-7936-4A4E-987E-2D78A91D45EB}" srcOrd="2" destOrd="0" presId="urn:microsoft.com/office/officeart/2018/5/layout/IconLeafLabelList"/>
    <dgm:cxn modelId="{FCD947D5-8CE4-429C-9856-3AC5426DC57A}" type="presParOf" srcId="{5FF9A949-CD0C-4719-950D-EA3BEEC07A18}" destId="{66A97325-8B89-4DEA-B5A2-EDA592398254}" srcOrd="3" destOrd="0" presId="urn:microsoft.com/office/officeart/2018/5/layout/IconLeafLabelList"/>
    <dgm:cxn modelId="{6C76752E-CDFD-450A-BBB4-762E3D7500D0}" type="presParOf" srcId="{8EA9DA60-0E2E-4784-BEDC-FDE8F9432E19}" destId="{D61C0392-B8A1-4018-9728-C00F06D21DA0}" srcOrd="1" destOrd="0" presId="urn:microsoft.com/office/officeart/2018/5/layout/IconLeafLabelList"/>
    <dgm:cxn modelId="{DD7D916B-B1E7-47F1-B37B-0B5B834FAECF}" type="presParOf" srcId="{8EA9DA60-0E2E-4784-BEDC-FDE8F9432E19}" destId="{DD799A42-A40C-4875-9F9A-DAFDDDC96714}" srcOrd="2" destOrd="0" presId="urn:microsoft.com/office/officeart/2018/5/layout/IconLeafLabelList"/>
    <dgm:cxn modelId="{6CADDCC4-34D8-4C43-8804-D786CE72ECB8}" type="presParOf" srcId="{DD799A42-A40C-4875-9F9A-DAFDDDC96714}" destId="{AD15D7F5-F53B-4C2F-900D-85CDE173A5CC}" srcOrd="0" destOrd="0" presId="urn:microsoft.com/office/officeart/2018/5/layout/IconLeafLabelList"/>
    <dgm:cxn modelId="{CF7E7005-E5E6-4BC8-8F5F-89FC2E68D665}" type="presParOf" srcId="{DD799A42-A40C-4875-9F9A-DAFDDDC96714}" destId="{AC63CF60-3626-44F0-8C49-B00286C7A321}" srcOrd="1" destOrd="0" presId="urn:microsoft.com/office/officeart/2018/5/layout/IconLeafLabelList"/>
    <dgm:cxn modelId="{5B240C28-E7BC-48F6-889E-C60CD91509F7}" type="presParOf" srcId="{DD799A42-A40C-4875-9F9A-DAFDDDC96714}" destId="{4DCA0DA6-D181-4F14-9F4E-229D0DDD0326}" srcOrd="2" destOrd="0" presId="urn:microsoft.com/office/officeart/2018/5/layout/IconLeafLabelList"/>
    <dgm:cxn modelId="{18637F1C-72B4-4C2D-92BB-9B3AD8CE26B9}" type="presParOf" srcId="{DD799A42-A40C-4875-9F9A-DAFDDDC96714}" destId="{2E75433B-F1CC-4F01-B751-0A74195B9B1E}" srcOrd="3" destOrd="0" presId="urn:microsoft.com/office/officeart/2018/5/layout/IconLeafLabelList"/>
    <dgm:cxn modelId="{D1162014-000C-4E97-80A5-CD3DED6FAC21}" type="presParOf" srcId="{8EA9DA60-0E2E-4784-BEDC-FDE8F9432E19}" destId="{357FE59B-2900-4F51-BD3F-CB12B31625B0}" srcOrd="3" destOrd="0" presId="urn:microsoft.com/office/officeart/2018/5/layout/IconLeafLabelList"/>
    <dgm:cxn modelId="{FBA0E955-5059-408D-82DE-DCD334650714}" type="presParOf" srcId="{8EA9DA60-0E2E-4784-BEDC-FDE8F9432E19}" destId="{DAED56D6-9B9E-44AA-8863-30B530092F94}" srcOrd="4" destOrd="0" presId="urn:microsoft.com/office/officeart/2018/5/layout/IconLeafLabelList"/>
    <dgm:cxn modelId="{10131DC1-828C-4EE1-9145-CBE980E4506A}" type="presParOf" srcId="{DAED56D6-9B9E-44AA-8863-30B530092F94}" destId="{2F45BD1D-7F70-47A4-977E-19D02A9113EE}" srcOrd="0" destOrd="0" presId="urn:microsoft.com/office/officeart/2018/5/layout/IconLeafLabelList"/>
    <dgm:cxn modelId="{6AB2B10B-A1F8-4BC9-A399-5570378FDF43}" type="presParOf" srcId="{DAED56D6-9B9E-44AA-8863-30B530092F94}" destId="{205972FF-379E-4BCE-BC38-567FB8EBA7F7}" srcOrd="1" destOrd="0" presId="urn:microsoft.com/office/officeart/2018/5/layout/IconLeafLabelList"/>
    <dgm:cxn modelId="{C7D80280-9044-44F9-8BB9-2F98AABB0AEC}" type="presParOf" srcId="{DAED56D6-9B9E-44AA-8863-30B530092F94}" destId="{CB436DEF-DC9B-4D49-BC71-D69F03B606E0}" srcOrd="2" destOrd="0" presId="urn:microsoft.com/office/officeart/2018/5/layout/IconLeafLabelList"/>
    <dgm:cxn modelId="{8EBD01A0-E579-4A21-8030-5F44EEB8E265}" type="presParOf" srcId="{DAED56D6-9B9E-44AA-8863-30B530092F94}" destId="{94B5F317-9825-422E-A597-154297A8B12B}" srcOrd="3" destOrd="0" presId="urn:microsoft.com/office/officeart/2018/5/layout/IconLeafLabelList"/>
    <dgm:cxn modelId="{901CA4A2-EEA2-4BC7-83C5-1CBDF18E7111}" type="presParOf" srcId="{8EA9DA60-0E2E-4784-BEDC-FDE8F9432E19}" destId="{E3B12C6B-5C40-4D51-8DE8-D8FB7D4162D5}" srcOrd="5" destOrd="0" presId="urn:microsoft.com/office/officeart/2018/5/layout/IconLeafLabelList"/>
    <dgm:cxn modelId="{8C2E6B61-AB3C-47DB-8355-304035B37E95}" type="presParOf" srcId="{8EA9DA60-0E2E-4784-BEDC-FDE8F9432E19}" destId="{EE613ED4-9EB4-4D59-BA5C-478751CEC583}" srcOrd="6" destOrd="0" presId="urn:microsoft.com/office/officeart/2018/5/layout/IconLeafLabelList"/>
    <dgm:cxn modelId="{ED6D006E-128A-4221-8A84-1081505319A6}" type="presParOf" srcId="{EE613ED4-9EB4-4D59-BA5C-478751CEC583}" destId="{5EFFD822-ED42-4F14-93CB-88183809DEFE}" srcOrd="0" destOrd="0" presId="urn:microsoft.com/office/officeart/2018/5/layout/IconLeafLabelList"/>
    <dgm:cxn modelId="{353736D5-9B59-449B-8841-DFC40D3BB43B}" type="presParOf" srcId="{EE613ED4-9EB4-4D59-BA5C-478751CEC583}" destId="{373B4455-DCBD-4072-A446-CF9244E63AA6}" srcOrd="1" destOrd="0" presId="urn:microsoft.com/office/officeart/2018/5/layout/IconLeafLabelList"/>
    <dgm:cxn modelId="{8E0699F8-043A-4E72-B589-E4B4017CBA0C}" type="presParOf" srcId="{EE613ED4-9EB4-4D59-BA5C-478751CEC583}" destId="{44EFB83D-6410-4D03-8BCE-ED6B0D42723A}" srcOrd="2" destOrd="0" presId="urn:microsoft.com/office/officeart/2018/5/layout/IconLeafLabelList"/>
    <dgm:cxn modelId="{E4FAE9C4-C2A4-4E13-8B7C-392F75B24392}" type="presParOf" srcId="{EE613ED4-9EB4-4D59-BA5C-478751CEC583}" destId="{D595E9A6-FF11-4EE8-AFC1-BE9AF85F215E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4986688D-E206-4418-A8B9-A0033C9CAC9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1D48D1B-D528-4F6F-82A2-A0CF43B237BB}">
      <dgm:prSet/>
      <dgm:spPr/>
      <dgm:t>
        <a:bodyPr/>
        <a:lstStyle/>
        <a:p>
          <a:r>
            <a:rPr lang="en-US"/>
            <a:t>GitLab pipeline: unit-test → security scan → docker-build.</a:t>
          </a:r>
        </a:p>
      </dgm:t>
    </dgm:pt>
    <dgm:pt modelId="{2760A81C-0F9C-4923-BBF3-3B241EC3A805}" type="parTrans" cxnId="{16751412-8E18-4BFA-A8AC-555DB5DA8459}">
      <dgm:prSet/>
      <dgm:spPr/>
      <dgm:t>
        <a:bodyPr/>
        <a:lstStyle/>
        <a:p>
          <a:endParaRPr lang="en-US"/>
        </a:p>
      </dgm:t>
    </dgm:pt>
    <dgm:pt modelId="{A11BCF40-401F-4DC2-9304-0A5A3915A418}" type="sibTrans" cxnId="{16751412-8E18-4BFA-A8AC-555DB5DA8459}">
      <dgm:prSet/>
      <dgm:spPr/>
      <dgm:t>
        <a:bodyPr/>
        <a:lstStyle/>
        <a:p>
          <a:endParaRPr lang="en-US"/>
        </a:p>
      </dgm:t>
    </dgm:pt>
    <dgm:pt modelId="{6F7722FF-27DF-416D-AEA5-163013672D64}">
      <dgm:prSet/>
      <dgm:spPr/>
      <dgm:t>
        <a:bodyPr/>
        <a:lstStyle/>
        <a:p>
          <a:r>
            <a:rPr lang="en-US"/>
            <a:t>Snyk &amp; Trivy scans on every merge request &amp; nightly.</a:t>
          </a:r>
        </a:p>
      </dgm:t>
    </dgm:pt>
    <dgm:pt modelId="{D139CB49-3535-4A24-9F74-F9A2043F2069}" type="parTrans" cxnId="{2E31BF27-6D22-412B-AB74-6A989E674034}">
      <dgm:prSet/>
      <dgm:spPr/>
      <dgm:t>
        <a:bodyPr/>
        <a:lstStyle/>
        <a:p>
          <a:endParaRPr lang="en-US"/>
        </a:p>
      </dgm:t>
    </dgm:pt>
    <dgm:pt modelId="{6422B69A-2961-4B68-86FB-CC3940869C73}" type="sibTrans" cxnId="{2E31BF27-6D22-412B-AB74-6A989E674034}">
      <dgm:prSet/>
      <dgm:spPr/>
      <dgm:t>
        <a:bodyPr/>
        <a:lstStyle/>
        <a:p>
          <a:endParaRPr lang="en-US"/>
        </a:p>
      </dgm:t>
    </dgm:pt>
    <dgm:pt modelId="{36E840D3-29DE-422F-BE89-AD3AB4121AA8}">
      <dgm:prSet/>
      <dgm:spPr/>
      <dgm:t>
        <a:bodyPr/>
        <a:lstStyle/>
        <a:p>
          <a:r>
            <a:rPr lang="en-US"/>
            <a:t>Helm charts manage Kubernetes releases (blue/green).</a:t>
          </a:r>
        </a:p>
      </dgm:t>
    </dgm:pt>
    <dgm:pt modelId="{7DEE69B0-0448-442B-AFD4-E059D7E41377}" type="parTrans" cxnId="{89AF5145-92A5-4C6B-B4B9-D3759C10A727}">
      <dgm:prSet/>
      <dgm:spPr/>
      <dgm:t>
        <a:bodyPr/>
        <a:lstStyle/>
        <a:p>
          <a:endParaRPr lang="en-US"/>
        </a:p>
      </dgm:t>
    </dgm:pt>
    <dgm:pt modelId="{6F96B43D-12D9-4395-833B-9AEE8D07FF48}" type="sibTrans" cxnId="{89AF5145-92A5-4C6B-B4B9-D3759C10A727}">
      <dgm:prSet/>
      <dgm:spPr/>
      <dgm:t>
        <a:bodyPr/>
        <a:lstStyle/>
        <a:p>
          <a:endParaRPr lang="en-US"/>
        </a:p>
      </dgm:t>
    </dgm:pt>
    <dgm:pt modelId="{75743EE0-B391-4803-BD88-5B7A343EA105}">
      <dgm:prSet/>
      <dgm:spPr/>
      <dgm:t>
        <a:bodyPr/>
        <a:lstStyle/>
        <a:p>
          <a:r>
            <a:rPr lang="en-US"/>
            <a:t>Rollback in &lt; 30 s via versioned manifest history.</a:t>
          </a:r>
        </a:p>
      </dgm:t>
    </dgm:pt>
    <dgm:pt modelId="{063AC8CD-CEF5-491F-87EE-82A58BA82129}" type="parTrans" cxnId="{4F1EDF32-4B6E-4065-B930-536F55825144}">
      <dgm:prSet/>
      <dgm:spPr/>
      <dgm:t>
        <a:bodyPr/>
        <a:lstStyle/>
        <a:p>
          <a:endParaRPr lang="en-US"/>
        </a:p>
      </dgm:t>
    </dgm:pt>
    <dgm:pt modelId="{08841B8F-5F57-4CD8-955B-54D8BEB65DB0}" type="sibTrans" cxnId="{4F1EDF32-4B6E-4065-B930-536F55825144}">
      <dgm:prSet/>
      <dgm:spPr/>
      <dgm:t>
        <a:bodyPr/>
        <a:lstStyle/>
        <a:p>
          <a:endParaRPr lang="en-US"/>
        </a:p>
      </dgm:t>
    </dgm:pt>
    <dgm:pt modelId="{BBF4E05D-2C63-4005-8810-1988522080EF}" type="pres">
      <dgm:prSet presAssocID="{4986688D-E206-4418-A8B9-A0033C9CAC91}" presName="root" presStyleCnt="0">
        <dgm:presLayoutVars>
          <dgm:dir/>
          <dgm:resizeHandles val="exact"/>
        </dgm:presLayoutVars>
      </dgm:prSet>
      <dgm:spPr/>
    </dgm:pt>
    <dgm:pt modelId="{419D4305-74D9-4717-8870-192434D26D5F}" type="pres">
      <dgm:prSet presAssocID="{61D48D1B-D528-4F6F-82A2-A0CF43B237BB}" presName="compNode" presStyleCnt="0"/>
      <dgm:spPr/>
    </dgm:pt>
    <dgm:pt modelId="{4C7211AA-05EC-41E7-A68A-77C83472B0E7}" type="pres">
      <dgm:prSet presAssocID="{61D48D1B-D528-4F6F-82A2-A0CF43B237BB}" presName="bgRect" presStyleLbl="bgShp" presStyleIdx="0" presStyleCnt="4"/>
      <dgm:spPr/>
    </dgm:pt>
    <dgm:pt modelId="{63596C8E-F7F5-4A74-86EA-54828EC36866}" type="pres">
      <dgm:prSet presAssocID="{61D48D1B-D528-4F6F-82A2-A0CF43B237B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5ABD5112-2F64-47CF-A6E9-18C06668A273}" type="pres">
      <dgm:prSet presAssocID="{61D48D1B-D528-4F6F-82A2-A0CF43B237BB}" presName="spaceRect" presStyleCnt="0"/>
      <dgm:spPr/>
    </dgm:pt>
    <dgm:pt modelId="{53D3E89D-D694-4AE8-BE0C-2C58D726EDB1}" type="pres">
      <dgm:prSet presAssocID="{61D48D1B-D528-4F6F-82A2-A0CF43B237BB}" presName="parTx" presStyleLbl="revTx" presStyleIdx="0" presStyleCnt="4">
        <dgm:presLayoutVars>
          <dgm:chMax val="0"/>
          <dgm:chPref val="0"/>
        </dgm:presLayoutVars>
      </dgm:prSet>
      <dgm:spPr/>
    </dgm:pt>
    <dgm:pt modelId="{90D6D97A-4177-4507-85DF-5B77E512030F}" type="pres">
      <dgm:prSet presAssocID="{A11BCF40-401F-4DC2-9304-0A5A3915A418}" presName="sibTrans" presStyleCnt="0"/>
      <dgm:spPr/>
    </dgm:pt>
    <dgm:pt modelId="{00FE0BB0-A447-48C8-9788-B7C74C8E583C}" type="pres">
      <dgm:prSet presAssocID="{6F7722FF-27DF-416D-AEA5-163013672D64}" presName="compNode" presStyleCnt="0"/>
      <dgm:spPr/>
    </dgm:pt>
    <dgm:pt modelId="{C7E7A678-CD53-42BB-9ACC-8AA8899AE16A}" type="pres">
      <dgm:prSet presAssocID="{6F7722FF-27DF-416D-AEA5-163013672D64}" presName="bgRect" presStyleLbl="bgShp" presStyleIdx="1" presStyleCnt="4"/>
      <dgm:spPr/>
    </dgm:pt>
    <dgm:pt modelId="{AD4C7DA7-986E-4D7E-A312-107FA1D3715D}" type="pres">
      <dgm:prSet presAssocID="{6F7722FF-27DF-416D-AEA5-163013672D6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7E228971-ED00-4A45-BDB4-36B0675789D4}" type="pres">
      <dgm:prSet presAssocID="{6F7722FF-27DF-416D-AEA5-163013672D64}" presName="spaceRect" presStyleCnt="0"/>
      <dgm:spPr/>
    </dgm:pt>
    <dgm:pt modelId="{71065332-90FE-4622-83B8-334B17EEDC52}" type="pres">
      <dgm:prSet presAssocID="{6F7722FF-27DF-416D-AEA5-163013672D64}" presName="parTx" presStyleLbl="revTx" presStyleIdx="1" presStyleCnt="4">
        <dgm:presLayoutVars>
          <dgm:chMax val="0"/>
          <dgm:chPref val="0"/>
        </dgm:presLayoutVars>
      </dgm:prSet>
      <dgm:spPr/>
    </dgm:pt>
    <dgm:pt modelId="{3A260889-08C7-4931-A31A-BB6BA9713182}" type="pres">
      <dgm:prSet presAssocID="{6422B69A-2961-4B68-86FB-CC3940869C73}" presName="sibTrans" presStyleCnt="0"/>
      <dgm:spPr/>
    </dgm:pt>
    <dgm:pt modelId="{DD7130B7-1400-479B-B74B-AF2C28BD80C6}" type="pres">
      <dgm:prSet presAssocID="{36E840D3-29DE-422F-BE89-AD3AB4121AA8}" presName="compNode" presStyleCnt="0"/>
      <dgm:spPr/>
    </dgm:pt>
    <dgm:pt modelId="{F3728FD7-9FE7-4A0E-9745-F7E9A108F64A}" type="pres">
      <dgm:prSet presAssocID="{36E840D3-29DE-422F-BE89-AD3AB4121AA8}" presName="bgRect" presStyleLbl="bgShp" presStyleIdx="2" presStyleCnt="4"/>
      <dgm:spPr/>
    </dgm:pt>
    <dgm:pt modelId="{8207AC64-BFD4-4359-84A1-78B656527CCB}" type="pres">
      <dgm:prSet presAssocID="{36E840D3-29DE-422F-BE89-AD3AB4121AA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B13A1615-AAAA-421C-8925-73E53E2C6F18}" type="pres">
      <dgm:prSet presAssocID="{36E840D3-29DE-422F-BE89-AD3AB4121AA8}" presName="spaceRect" presStyleCnt="0"/>
      <dgm:spPr/>
    </dgm:pt>
    <dgm:pt modelId="{54BF6220-FABD-4E1D-8521-10C28C0947C8}" type="pres">
      <dgm:prSet presAssocID="{36E840D3-29DE-422F-BE89-AD3AB4121AA8}" presName="parTx" presStyleLbl="revTx" presStyleIdx="2" presStyleCnt="4">
        <dgm:presLayoutVars>
          <dgm:chMax val="0"/>
          <dgm:chPref val="0"/>
        </dgm:presLayoutVars>
      </dgm:prSet>
      <dgm:spPr/>
    </dgm:pt>
    <dgm:pt modelId="{25E8D853-6D80-41E1-A5CB-B726F3723A19}" type="pres">
      <dgm:prSet presAssocID="{6F96B43D-12D9-4395-833B-9AEE8D07FF48}" presName="sibTrans" presStyleCnt="0"/>
      <dgm:spPr/>
    </dgm:pt>
    <dgm:pt modelId="{FB02A26C-E177-47D5-8D51-B68050BD3A7C}" type="pres">
      <dgm:prSet presAssocID="{75743EE0-B391-4803-BD88-5B7A343EA105}" presName="compNode" presStyleCnt="0"/>
      <dgm:spPr/>
    </dgm:pt>
    <dgm:pt modelId="{F9BD0103-DE56-4924-94C7-8F1B4868A7AD}" type="pres">
      <dgm:prSet presAssocID="{75743EE0-B391-4803-BD88-5B7A343EA105}" presName="bgRect" presStyleLbl="bgShp" presStyleIdx="3" presStyleCnt="4"/>
      <dgm:spPr/>
    </dgm:pt>
    <dgm:pt modelId="{31317CEB-4328-4223-8952-5C03BE3B1471}" type="pres">
      <dgm:prSet presAssocID="{75743EE0-B391-4803-BD88-5B7A343EA10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9B6D54C-E58D-41EA-9642-9CED844DC916}" type="pres">
      <dgm:prSet presAssocID="{75743EE0-B391-4803-BD88-5B7A343EA105}" presName="spaceRect" presStyleCnt="0"/>
      <dgm:spPr/>
    </dgm:pt>
    <dgm:pt modelId="{C58CEA8C-D926-4BB6-8BCE-940375636D1E}" type="pres">
      <dgm:prSet presAssocID="{75743EE0-B391-4803-BD88-5B7A343EA10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6751412-8E18-4BFA-A8AC-555DB5DA8459}" srcId="{4986688D-E206-4418-A8B9-A0033C9CAC91}" destId="{61D48D1B-D528-4F6F-82A2-A0CF43B237BB}" srcOrd="0" destOrd="0" parTransId="{2760A81C-0F9C-4923-BBF3-3B241EC3A805}" sibTransId="{A11BCF40-401F-4DC2-9304-0A5A3915A418}"/>
    <dgm:cxn modelId="{2E31BF27-6D22-412B-AB74-6A989E674034}" srcId="{4986688D-E206-4418-A8B9-A0033C9CAC91}" destId="{6F7722FF-27DF-416D-AEA5-163013672D64}" srcOrd="1" destOrd="0" parTransId="{D139CB49-3535-4A24-9F74-F9A2043F2069}" sibTransId="{6422B69A-2961-4B68-86FB-CC3940869C73}"/>
    <dgm:cxn modelId="{4F1EDF32-4B6E-4065-B930-536F55825144}" srcId="{4986688D-E206-4418-A8B9-A0033C9CAC91}" destId="{75743EE0-B391-4803-BD88-5B7A343EA105}" srcOrd="3" destOrd="0" parTransId="{063AC8CD-CEF5-491F-87EE-82A58BA82129}" sibTransId="{08841B8F-5F57-4CD8-955B-54D8BEB65DB0}"/>
    <dgm:cxn modelId="{89AF5145-92A5-4C6B-B4B9-D3759C10A727}" srcId="{4986688D-E206-4418-A8B9-A0033C9CAC91}" destId="{36E840D3-29DE-422F-BE89-AD3AB4121AA8}" srcOrd="2" destOrd="0" parTransId="{7DEE69B0-0448-442B-AFD4-E059D7E41377}" sibTransId="{6F96B43D-12D9-4395-833B-9AEE8D07FF48}"/>
    <dgm:cxn modelId="{4075CA66-4055-4D01-9896-682FFA031F2A}" type="presOf" srcId="{6F7722FF-27DF-416D-AEA5-163013672D64}" destId="{71065332-90FE-4622-83B8-334B17EEDC52}" srcOrd="0" destOrd="0" presId="urn:microsoft.com/office/officeart/2018/2/layout/IconVerticalSolidList"/>
    <dgm:cxn modelId="{7E3E647D-A35A-4CC8-ADAA-DC69218C3388}" type="presOf" srcId="{36E840D3-29DE-422F-BE89-AD3AB4121AA8}" destId="{54BF6220-FABD-4E1D-8521-10C28C0947C8}" srcOrd="0" destOrd="0" presId="urn:microsoft.com/office/officeart/2018/2/layout/IconVerticalSolidList"/>
    <dgm:cxn modelId="{E49049D0-18B0-40AB-8D96-AB8D3E27308B}" type="presOf" srcId="{61D48D1B-D528-4F6F-82A2-A0CF43B237BB}" destId="{53D3E89D-D694-4AE8-BE0C-2C58D726EDB1}" srcOrd="0" destOrd="0" presId="urn:microsoft.com/office/officeart/2018/2/layout/IconVerticalSolidList"/>
    <dgm:cxn modelId="{3F775FD3-07F5-414D-A4C5-93351F630885}" type="presOf" srcId="{4986688D-E206-4418-A8B9-A0033C9CAC91}" destId="{BBF4E05D-2C63-4005-8810-1988522080EF}" srcOrd="0" destOrd="0" presId="urn:microsoft.com/office/officeart/2018/2/layout/IconVerticalSolidList"/>
    <dgm:cxn modelId="{4654C3F8-0188-4738-8B46-AEF18707B9AD}" type="presOf" srcId="{75743EE0-B391-4803-BD88-5B7A343EA105}" destId="{C58CEA8C-D926-4BB6-8BCE-940375636D1E}" srcOrd="0" destOrd="0" presId="urn:microsoft.com/office/officeart/2018/2/layout/IconVerticalSolidList"/>
    <dgm:cxn modelId="{86083B73-E138-460C-A5E0-423248B5F5C2}" type="presParOf" srcId="{BBF4E05D-2C63-4005-8810-1988522080EF}" destId="{419D4305-74D9-4717-8870-192434D26D5F}" srcOrd="0" destOrd="0" presId="urn:microsoft.com/office/officeart/2018/2/layout/IconVerticalSolidList"/>
    <dgm:cxn modelId="{0F34FFFA-B799-4692-BC44-4A876E397D32}" type="presParOf" srcId="{419D4305-74D9-4717-8870-192434D26D5F}" destId="{4C7211AA-05EC-41E7-A68A-77C83472B0E7}" srcOrd="0" destOrd="0" presId="urn:microsoft.com/office/officeart/2018/2/layout/IconVerticalSolidList"/>
    <dgm:cxn modelId="{D971DFE1-63B4-404D-A024-77905BFA641A}" type="presParOf" srcId="{419D4305-74D9-4717-8870-192434D26D5F}" destId="{63596C8E-F7F5-4A74-86EA-54828EC36866}" srcOrd="1" destOrd="0" presId="urn:microsoft.com/office/officeart/2018/2/layout/IconVerticalSolidList"/>
    <dgm:cxn modelId="{A70B8C65-B5EB-4DDF-B5F7-8B60FD6EF79A}" type="presParOf" srcId="{419D4305-74D9-4717-8870-192434D26D5F}" destId="{5ABD5112-2F64-47CF-A6E9-18C06668A273}" srcOrd="2" destOrd="0" presId="urn:microsoft.com/office/officeart/2018/2/layout/IconVerticalSolidList"/>
    <dgm:cxn modelId="{054FC64A-0677-4367-AD2E-D35BC8DCFFEF}" type="presParOf" srcId="{419D4305-74D9-4717-8870-192434D26D5F}" destId="{53D3E89D-D694-4AE8-BE0C-2C58D726EDB1}" srcOrd="3" destOrd="0" presId="urn:microsoft.com/office/officeart/2018/2/layout/IconVerticalSolidList"/>
    <dgm:cxn modelId="{10D0A6A3-5F50-4EEA-AC8E-ACDC2E119460}" type="presParOf" srcId="{BBF4E05D-2C63-4005-8810-1988522080EF}" destId="{90D6D97A-4177-4507-85DF-5B77E512030F}" srcOrd="1" destOrd="0" presId="urn:microsoft.com/office/officeart/2018/2/layout/IconVerticalSolidList"/>
    <dgm:cxn modelId="{99107405-565F-4B2D-AAD2-039BACA392C3}" type="presParOf" srcId="{BBF4E05D-2C63-4005-8810-1988522080EF}" destId="{00FE0BB0-A447-48C8-9788-B7C74C8E583C}" srcOrd="2" destOrd="0" presId="urn:microsoft.com/office/officeart/2018/2/layout/IconVerticalSolidList"/>
    <dgm:cxn modelId="{CDFAD543-F913-4E9F-8BE0-7F5843117CE5}" type="presParOf" srcId="{00FE0BB0-A447-48C8-9788-B7C74C8E583C}" destId="{C7E7A678-CD53-42BB-9ACC-8AA8899AE16A}" srcOrd="0" destOrd="0" presId="urn:microsoft.com/office/officeart/2018/2/layout/IconVerticalSolidList"/>
    <dgm:cxn modelId="{2A46849C-D593-4BD5-AD92-08CECE9F1A48}" type="presParOf" srcId="{00FE0BB0-A447-48C8-9788-B7C74C8E583C}" destId="{AD4C7DA7-986E-4D7E-A312-107FA1D3715D}" srcOrd="1" destOrd="0" presId="urn:microsoft.com/office/officeart/2018/2/layout/IconVerticalSolidList"/>
    <dgm:cxn modelId="{C31381F5-3F1D-46CD-B2C3-41A579F0BDF9}" type="presParOf" srcId="{00FE0BB0-A447-48C8-9788-B7C74C8E583C}" destId="{7E228971-ED00-4A45-BDB4-36B0675789D4}" srcOrd="2" destOrd="0" presId="urn:microsoft.com/office/officeart/2018/2/layout/IconVerticalSolidList"/>
    <dgm:cxn modelId="{F11306AE-8132-4639-A8C7-E1236A4E2E58}" type="presParOf" srcId="{00FE0BB0-A447-48C8-9788-B7C74C8E583C}" destId="{71065332-90FE-4622-83B8-334B17EEDC52}" srcOrd="3" destOrd="0" presId="urn:microsoft.com/office/officeart/2018/2/layout/IconVerticalSolidList"/>
    <dgm:cxn modelId="{8F8C9358-7BB2-4999-8615-35BA8CE30B39}" type="presParOf" srcId="{BBF4E05D-2C63-4005-8810-1988522080EF}" destId="{3A260889-08C7-4931-A31A-BB6BA9713182}" srcOrd="3" destOrd="0" presId="urn:microsoft.com/office/officeart/2018/2/layout/IconVerticalSolidList"/>
    <dgm:cxn modelId="{E25240D1-C900-4A31-B2B4-738199E894E6}" type="presParOf" srcId="{BBF4E05D-2C63-4005-8810-1988522080EF}" destId="{DD7130B7-1400-479B-B74B-AF2C28BD80C6}" srcOrd="4" destOrd="0" presId="urn:microsoft.com/office/officeart/2018/2/layout/IconVerticalSolidList"/>
    <dgm:cxn modelId="{E84598CE-5D1A-42DC-B466-7D700B0297F9}" type="presParOf" srcId="{DD7130B7-1400-479B-B74B-AF2C28BD80C6}" destId="{F3728FD7-9FE7-4A0E-9745-F7E9A108F64A}" srcOrd="0" destOrd="0" presId="urn:microsoft.com/office/officeart/2018/2/layout/IconVerticalSolidList"/>
    <dgm:cxn modelId="{B1BB2391-4E8B-4C29-9BE7-53A97A4B58E1}" type="presParOf" srcId="{DD7130B7-1400-479B-B74B-AF2C28BD80C6}" destId="{8207AC64-BFD4-4359-84A1-78B656527CCB}" srcOrd="1" destOrd="0" presId="urn:microsoft.com/office/officeart/2018/2/layout/IconVerticalSolidList"/>
    <dgm:cxn modelId="{7B670B0B-BEAB-4C2A-9ABE-4AF82F060CBD}" type="presParOf" srcId="{DD7130B7-1400-479B-B74B-AF2C28BD80C6}" destId="{B13A1615-AAAA-421C-8925-73E53E2C6F18}" srcOrd="2" destOrd="0" presId="urn:microsoft.com/office/officeart/2018/2/layout/IconVerticalSolidList"/>
    <dgm:cxn modelId="{F961539A-7703-4748-BFF1-B86A70DB062D}" type="presParOf" srcId="{DD7130B7-1400-479B-B74B-AF2C28BD80C6}" destId="{54BF6220-FABD-4E1D-8521-10C28C0947C8}" srcOrd="3" destOrd="0" presId="urn:microsoft.com/office/officeart/2018/2/layout/IconVerticalSolidList"/>
    <dgm:cxn modelId="{144B5386-A81E-4358-B48B-B41E691240F9}" type="presParOf" srcId="{BBF4E05D-2C63-4005-8810-1988522080EF}" destId="{25E8D853-6D80-41E1-A5CB-B726F3723A19}" srcOrd="5" destOrd="0" presId="urn:microsoft.com/office/officeart/2018/2/layout/IconVerticalSolidList"/>
    <dgm:cxn modelId="{EDD2D38D-345E-403B-9F08-9E5CEB411867}" type="presParOf" srcId="{BBF4E05D-2C63-4005-8810-1988522080EF}" destId="{FB02A26C-E177-47D5-8D51-B68050BD3A7C}" srcOrd="6" destOrd="0" presId="urn:microsoft.com/office/officeart/2018/2/layout/IconVerticalSolidList"/>
    <dgm:cxn modelId="{F1DA562C-BC6F-4ED4-AFAD-FAC81598E2C9}" type="presParOf" srcId="{FB02A26C-E177-47D5-8D51-B68050BD3A7C}" destId="{F9BD0103-DE56-4924-94C7-8F1B4868A7AD}" srcOrd="0" destOrd="0" presId="urn:microsoft.com/office/officeart/2018/2/layout/IconVerticalSolidList"/>
    <dgm:cxn modelId="{F0EC7153-9BAA-4AEF-96FE-C24CE6E43EA3}" type="presParOf" srcId="{FB02A26C-E177-47D5-8D51-B68050BD3A7C}" destId="{31317CEB-4328-4223-8952-5C03BE3B1471}" srcOrd="1" destOrd="0" presId="urn:microsoft.com/office/officeart/2018/2/layout/IconVerticalSolidList"/>
    <dgm:cxn modelId="{F7C4CD79-B46D-4011-BCB9-AA7B71517191}" type="presParOf" srcId="{FB02A26C-E177-47D5-8D51-B68050BD3A7C}" destId="{69B6D54C-E58D-41EA-9642-9CED844DC916}" srcOrd="2" destOrd="0" presId="urn:microsoft.com/office/officeart/2018/2/layout/IconVerticalSolidList"/>
    <dgm:cxn modelId="{8073D449-0436-470A-96B5-F735034316E9}" type="presParOf" srcId="{FB02A26C-E177-47D5-8D51-B68050BD3A7C}" destId="{C58CEA8C-D926-4BB6-8BCE-940375636D1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43414738-0A04-49B0-8FA4-18479FAC39A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093C43B-11DF-4EB6-AC2C-4B886D3EC03D}">
      <dgm:prSet/>
      <dgm:spPr/>
      <dgm:t>
        <a:bodyPr/>
        <a:lstStyle/>
        <a:p>
          <a:pPr>
            <a:defRPr cap="all"/>
          </a:pPr>
          <a:r>
            <a:rPr lang="en-US"/>
            <a:t>Prototype meets detection accuracy &amp; latency targets.</a:t>
          </a:r>
        </a:p>
      </dgm:t>
    </dgm:pt>
    <dgm:pt modelId="{773CA4CF-7B12-470F-BD07-D0757C567217}" type="parTrans" cxnId="{571FA4B9-FE02-40C1-BEBC-BCE7AC7405B6}">
      <dgm:prSet/>
      <dgm:spPr/>
      <dgm:t>
        <a:bodyPr/>
        <a:lstStyle/>
        <a:p>
          <a:endParaRPr lang="en-US"/>
        </a:p>
      </dgm:t>
    </dgm:pt>
    <dgm:pt modelId="{7F020C1E-3D13-437C-81F6-917E1EABC1D8}" type="sibTrans" cxnId="{571FA4B9-FE02-40C1-BEBC-BCE7AC7405B6}">
      <dgm:prSet/>
      <dgm:spPr/>
      <dgm:t>
        <a:bodyPr/>
        <a:lstStyle/>
        <a:p>
          <a:endParaRPr lang="en-US"/>
        </a:p>
      </dgm:t>
    </dgm:pt>
    <dgm:pt modelId="{00E4DA17-9C29-466B-9C43-6AB0BEEF6998}">
      <dgm:prSet/>
      <dgm:spPr/>
      <dgm:t>
        <a:bodyPr/>
        <a:lstStyle/>
        <a:p>
          <a:pPr>
            <a:defRPr cap="all"/>
          </a:pPr>
          <a:r>
            <a:rPr lang="en-US"/>
            <a:t>Modular design facilitates deployment across varied infra.</a:t>
          </a:r>
        </a:p>
      </dgm:t>
    </dgm:pt>
    <dgm:pt modelId="{CC180F1C-5F87-49F8-80ED-85AEC1026917}" type="parTrans" cxnId="{100ABBAE-6A65-412C-9CFD-BC81C4431CAD}">
      <dgm:prSet/>
      <dgm:spPr/>
      <dgm:t>
        <a:bodyPr/>
        <a:lstStyle/>
        <a:p>
          <a:endParaRPr lang="en-US"/>
        </a:p>
      </dgm:t>
    </dgm:pt>
    <dgm:pt modelId="{B5CCDDD4-3415-4C4D-8928-28EE30165808}" type="sibTrans" cxnId="{100ABBAE-6A65-412C-9CFD-BC81C4431CAD}">
      <dgm:prSet/>
      <dgm:spPr/>
      <dgm:t>
        <a:bodyPr/>
        <a:lstStyle/>
        <a:p>
          <a:endParaRPr lang="en-US"/>
        </a:p>
      </dgm:t>
    </dgm:pt>
    <dgm:pt modelId="{CF36C12D-31C0-4E9A-84DE-4AABE786E018}">
      <dgm:prSet/>
      <dgm:spPr/>
      <dgm:t>
        <a:bodyPr/>
        <a:lstStyle/>
        <a:p>
          <a:pPr>
            <a:defRPr cap="all"/>
          </a:pPr>
          <a:r>
            <a:rPr lang="en-US"/>
            <a:t>Foundation set for production SOC integration phase-II.</a:t>
          </a:r>
        </a:p>
      </dgm:t>
    </dgm:pt>
    <dgm:pt modelId="{AD05AC09-AD4E-4698-9441-4F6CABDF681F}" type="parTrans" cxnId="{27DC0B9F-9580-44D5-A98E-A885452F464B}">
      <dgm:prSet/>
      <dgm:spPr/>
      <dgm:t>
        <a:bodyPr/>
        <a:lstStyle/>
        <a:p>
          <a:endParaRPr lang="en-US"/>
        </a:p>
      </dgm:t>
    </dgm:pt>
    <dgm:pt modelId="{48D80603-03EC-495E-83B3-001653FD8708}" type="sibTrans" cxnId="{27DC0B9F-9580-44D5-A98E-A885452F464B}">
      <dgm:prSet/>
      <dgm:spPr/>
      <dgm:t>
        <a:bodyPr/>
        <a:lstStyle/>
        <a:p>
          <a:endParaRPr lang="en-US"/>
        </a:p>
      </dgm:t>
    </dgm:pt>
    <dgm:pt modelId="{C5705E2D-6F67-45E3-802A-361A15D8B748}">
      <dgm:prSet/>
      <dgm:spPr/>
      <dgm:t>
        <a:bodyPr/>
        <a:lstStyle/>
        <a:p>
          <a:pPr>
            <a:defRPr cap="all"/>
          </a:pPr>
          <a:r>
            <a:rPr lang="en-US"/>
            <a:t>Demonstrates internship value &amp; research contribution.</a:t>
          </a:r>
        </a:p>
      </dgm:t>
    </dgm:pt>
    <dgm:pt modelId="{E23B469E-90B3-4792-AF7D-7D5F03B5F437}" type="parTrans" cxnId="{5852BE83-9A89-4FED-A4B5-1365C9A7CD48}">
      <dgm:prSet/>
      <dgm:spPr/>
      <dgm:t>
        <a:bodyPr/>
        <a:lstStyle/>
        <a:p>
          <a:endParaRPr lang="en-US"/>
        </a:p>
      </dgm:t>
    </dgm:pt>
    <dgm:pt modelId="{731EA441-CBC2-485A-95A9-4139E38F84B5}" type="sibTrans" cxnId="{5852BE83-9A89-4FED-A4B5-1365C9A7CD48}">
      <dgm:prSet/>
      <dgm:spPr/>
      <dgm:t>
        <a:bodyPr/>
        <a:lstStyle/>
        <a:p>
          <a:endParaRPr lang="en-US"/>
        </a:p>
      </dgm:t>
    </dgm:pt>
    <dgm:pt modelId="{65335949-AFFD-43AA-A1B9-C6BAC926831A}" type="pres">
      <dgm:prSet presAssocID="{43414738-0A04-49B0-8FA4-18479FAC39A1}" presName="root" presStyleCnt="0">
        <dgm:presLayoutVars>
          <dgm:dir/>
          <dgm:resizeHandles val="exact"/>
        </dgm:presLayoutVars>
      </dgm:prSet>
      <dgm:spPr/>
    </dgm:pt>
    <dgm:pt modelId="{3663D5C1-66C9-4ED2-85F3-BBDA970E010E}" type="pres">
      <dgm:prSet presAssocID="{E093C43B-11DF-4EB6-AC2C-4B886D3EC03D}" presName="compNode" presStyleCnt="0"/>
      <dgm:spPr/>
    </dgm:pt>
    <dgm:pt modelId="{A5A32FFF-6B3F-4C73-8220-479B74763852}" type="pres">
      <dgm:prSet presAssocID="{E093C43B-11DF-4EB6-AC2C-4B886D3EC03D}" presName="iconBgRect" presStyleLbl="bgShp" presStyleIdx="0" presStyleCnt="4"/>
      <dgm:spPr/>
    </dgm:pt>
    <dgm:pt modelId="{40370385-54DB-482A-A56B-3351EF8FA10F}" type="pres">
      <dgm:prSet presAssocID="{E093C43B-11DF-4EB6-AC2C-4B886D3EC03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447096E1-5873-4E48-A6DC-B710ABF56226}" type="pres">
      <dgm:prSet presAssocID="{E093C43B-11DF-4EB6-AC2C-4B886D3EC03D}" presName="spaceRect" presStyleCnt="0"/>
      <dgm:spPr/>
    </dgm:pt>
    <dgm:pt modelId="{30111881-F085-485C-B86D-79B99CD8550B}" type="pres">
      <dgm:prSet presAssocID="{E093C43B-11DF-4EB6-AC2C-4B886D3EC03D}" presName="textRect" presStyleLbl="revTx" presStyleIdx="0" presStyleCnt="4">
        <dgm:presLayoutVars>
          <dgm:chMax val="1"/>
          <dgm:chPref val="1"/>
        </dgm:presLayoutVars>
      </dgm:prSet>
      <dgm:spPr/>
    </dgm:pt>
    <dgm:pt modelId="{664B530E-8CDF-417C-88E2-21CD625908A0}" type="pres">
      <dgm:prSet presAssocID="{7F020C1E-3D13-437C-81F6-917E1EABC1D8}" presName="sibTrans" presStyleCnt="0"/>
      <dgm:spPr/>
    </dgm:pt>
    <dgm:pt modelId="{99673462-6020-40D9-9551-E5C9561C9913}" type="pres">
      <dgm:prSet presAssocID="{00E4DA17-9C29-466B-9C43-6AB0BEEF6998}" presName="compNode" presStyleCnt="0"/>
      <dgm:spPr/>
    </dgm:pt>
    <dgm:pt modelId="{2949CB7A-D655-40CA-8A41-9CDDD6C2DC2C}" type="pres">
      <dgm:prSet presAssocID="{00E4DA17-9C29-466B-9C43-6AB0BEEF6998}" presName="iconBgRect" presStyleLbl="bgShp" presStyleIdx="1" presStyleCnt="4"/>
      <dgm:spPr/>
    </dgm:pt>
    <dgm:pt modelId="{CD39C980-1635-458A-B0A0-3085316B17A9}" type="pres">
      <dgm:prSet presAssocID="{00E4DA17-9C29-466B-9C43-6AB0BEEF699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B041D0A6-82E5-4FA3-A2BF-F2D31CB90B6A}" type="pres">
      <dgm:prSet presAssocID="{00E4DA17-9C29-466B-9C43-6AB0BEEF6998}" presName="spaceRect" presStyleCnt="0"/>
      <dgm:spPr/>
    </dgm:pt>
    <dgm:pt modelId="{353BFEC0-D433-4421-8850-48D1541D0FAD}" type="pres">
      <dgm:prSet presAssocID="{00E4DA17-9C29-466B-9C43-6AB0BEEF6998}" presName="textRect" presStyleLbl="revTx" presStyleIdx="1" presStyleCnt="4">
        <dgm:presLayoutVars>
          <dgm:chMax val="1"/>
          <dgm:chPref val="1"/>
        </dgm:presLayoutVars>
      </dgm:prSet>
      <dgm:spPr/>
    </dgm:pt>
    <dgm:pt modelId="{756684B9-5C76-4442-A9D8-C1F5276DFA44}" type="pres">
      <dgm:prSet presAssocID="{B5CCDDD4-3415-4C4D-8928-28EE30165808}" presName="sibTrans" presStyleCnt="0"/>
      <dgm:spPr/>
    </dgm:pt>
    <dgm:pt modelId="{6C49A2D2-AC01-4DD2-9D74-031F5B0EBABD}" type="pres">
      <dgm:prSet presAssocID="{CF36C12D-31C0-4E9A-84DE-4AABE786E018}" presName="compNode" presStyleCnt="0"/>
      <dgm:spPr/>
    </dgm:pt>
    <dgm:pt modelId="{E0A387DC-3D7C-452F-A9E7-1E15F618944F}" type="pres">
      <dgm:prSet presAssocID="{CF36C12D-31C0-4E9A-84DE-4AABE786E018}" presName="iconBgRect" presStyleLbl="bgShp" presStyleIdx="2" presStyleCnt="4"/>
      <dgm:spPr/>
    </dgm:pt>
    <dgm:pt modelId="{950537FB-D9F4-45D8-A29B-7ABA124FAE08}" type="pres">
      <dgm:prSet presAssocID="{CF36C12D-31C0-4E9A-84DE-4AABE786E01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FBE4BE53-C0D6-4B9A-BEFF-529D1A830168}" type="pres">
      <dgm:prSet presAssocID="{CF36C12D-31C0-4E9A-84DE-4AABE786E018}" presName="spaceRect" presStyleCnt="0"/>
      <dgm:spPr/>
    </dgm:pt>
    <dgm:pt modelId="{CB174894-80A1-4151-B3AD-6C99F291B2F2}" type="pres">
      <dgm:prSet presAssocID="{CF36C12D-31C0-4E9A-84DE-4AABE786E018}" presName="textRect" presStyleLbl="revTx" presStyleIdx="2" presStyleCnt="4">
        <dgm:presLayoutVars>
          <dgm:chMax val="1"/>
          <dgm:chPref val="1"/>
        </dgm:presLayoutVars>
      </dgm:prSet>
      <dgm:spPr/>
    </dgm:pt>
    <dgm:pt modelId="{E499515E-CFB7-4901-A934-72001188D1F9}" type="pres">
      <dgm:prSet presAssocID="{48D80603-03EC-495E-83B3-001653FD8708}" presName="sibTrans" presStyleCnt="0"/>
      <dgm:spPr/>
    </dgm:pt>
    <dgm:pt modelId="{2D76AB47-28C2-4134-9D55-58E70EDBD8C9}" type="pres">
      <dgm:prSet presAssocID="{C5705E2D-6F67-45E3-802A-361A15D8B748}" presName="compNode" presStyleCnt="0"/>
      <dgm:spPr/>
    </dgm:pt>
    <dgm:pt modelId="{3A5AD177-4126-4559-A787-CFB02B679113}" type="pres">
      <dgm:prSet presAssocID="{C5705E2D-6F67-45E3-802A-361A15D8B748}" presName="iconBgRect" presStyleLbl="bgShp" presStyleIdx="3" presStyleCnt="4"/>
      <dgm:spPr/>
    </dgm:pt>
    <dgm:pt modelId="{D38F4972-9BA1-45B9-8711-3DCD87FE3DC0}" type="pres">
      <dgm:prSet presAssocID="{C5705E2D-6F67-45E3-802A-361A15D8B74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aduation Cap"/>
        </a:ext>
      </dgm:extLst>
    </dgm:pt>
    <dgm:pt modelId="{2A3FA475-1D86-445C-BF1E-745843A6A49C}" type="pres">
      <dgm:prSet presAssocID="{C5705E2D-6F67-45E3-802A-361A15D8B748}" presName="spaceRect" presStyleCnt="0"/>
      <dgm:spPr/>
    </dgm:pt>
    <dgm:pt modelId="{4FC07A7B-6822-4327-8877-21360BA1F41C}" type="pres">
      <dgm:prSet presAssocID="{C5705E2D-6F67-45E3-802A-361A15D8B74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E66DC1D-F4CE-4F3B-8160-0479D5CCBB85}" type="presOf" srcId="{C5705E2D-6F67-45E3-802A-361A15D8B748}" destId="{4FC07A7B-6822-4327-8877-21360BA1F41C}" srcOrd="0" destOrd="0" presId="urn:microsoft.com/office/officeart/2018/5/layout/IconCircleLabelList"/>
    <dgm:cxn modelId="{76106E82-E1BC-4BF1-BBF2-71898DB63934}" type="presOf" srcId="{CF36C12D-31C0-4E9A-84DE-4AABE786E018}" destId="{CB174894-80A1-4151-B3AD-6C99F291B2F2}" srcOrd="0" destOrd="0" presId="urn:microsoft.com/office/officeart/2018/5/layout/IconCircleLabelList"/>
    <dgm:cxn modelId="{5852BE83-9A89-4FED-A4B5-1365C9A7CD48}" srcId="{43414738-0A04-49B0-8FA4-18479FAC39A1}" destId="{C5705E2D-6F67-45E3-802A-361A15D8B748}" srcOrd="3" destOrd="0" parTransId="{E23B469E-90B3-4792-AF7D-7D5F03B5F437}" sibTransId="{731EA441-CBC2-485A-95A9-4139E38F84B5}"/>
    <dgm:cxn modelId="{97CA869B-437C-4593-879B-697748471FED}" type="presOf" srcId="{43414738-0A04-49B0-8FA4-18479FAC39A1}" destId="{65335949-AFFD-43AA-A1B9-C6BAC926831A}" srcOrd="0" destOrd="0" presId="urn:microsoft.com/office/officeart/2018/5/layout/IconCircleLabelList"/>
    <dgm:cxn modelId="{27DC0B9F-9580-44D5-A98E-A885452F464B}" srcId="{43414738-0A04-49B0-8FA4-18479FAC39A1}" destId="{CF36C12D-31C0-4E9A-84DE-4AABE786E018}" srcOrd="2" destOrd="0" parTransId="{AD05AC09-AD4E-4698-9441-4F6CABDF681F}" sibTransId="{48D80603-03EC-495E-83B3-001653FD8708}"/>
    <dgm:cxn modelId="{100ABBAE-6A65-412C-9CFD-BC81C4431CAD}" srcId="{43414738-0A04-49B0-8FA4-18479FAC39A1}" destId="{00E4DA17-9C29-466B-9C43-6AB0BEEF6998}" srcOrd="1" destOrd="0" parTransId="{CC180F1C-5F87-49F8-80ED-85AEC1026917}" sibTransId="{B5CCDDD4-3415-4C4D-8928-28EE30165808}"/>
    <dgm:cxn modelId="{571FA4B9-FE02-40C1-BEBC-BCE7AC7405B6}" srcId="{43414738-0A04-49B0-8FA4-18479FAC39A1}" destId="{E093C43B-11DF-4EB6-AC2C-4B886D3EC03D}" srcOrd="0" destOrd="0" parTransId="{773CA4CF-7B12-470F-BD07-D0757C567217}" sibTransId="{7F020C1E-3D13-437C-81F6-917E1EABC1D8}"/>
    <dgm:cxn modelId="{5BFD16CB-05B4-416C-8FF1-9A1B3C9D3AEA}" type="presOf" srcId="{00E4DA17-9C29-466B-9C43-6AB0BEEF6998}" destId="{353BFEC0-D433-4421-8850-48D1541D0FAD}" srcOrd="0" destOrd="0" presId="urn:microsoft.com/office/officeart/2018/5/layout/IconCircleLabelList"/>
    <dgm:cxn modelId="{6805F5E2-04B1-4542-913A-FE4600970DEE}" type="presOf" srcId="{E093C43B-11DF-4EB6-AC2C-4B886D3EC03D}" destId="{30111881-F085-485C-B86D-79B99CD8550B}" srcOrd="0" destOrd="0" presId="urn:microsoft.com/office/officeart/2018/5/layout/IconCircleLabelList"/>
    <dgm:cxn modelId="{3C255DD1-F2D6-4639-B482-FB1C9A7FAE49}" type="presParOf" srcId="{65335949-AFFD-43AA-A1B9-C6BAC926831A}" destId="{3663D5C1-66C9-4ED2-85F3-BBDA970E010E}" srcOrd="0" destOrd="0" presId="urn:microsoft.com/office/officeart/2018/5/layout/IconCircleLabelList"/>
    <dgm:cxn modelId="{161DBD3A-4F25-4AC2-A6F0-1E10F671DABD}" type="presParOf" srcId="{3663D5C1-66C9-4ED2-85F3-BBDA970E010E}" destId="{A5A32FFF-6B3F-4C73-8220-479B74763852}" srcOrd="0" destOrd="0" presId="urn:microsoft.com/office/officeart/2018/5/layout/IconCircleLabelList"/>
    <dgm:cxn modelId="{E0EB768F-36AF-4A1A-AFFA-5DC15DFA9FAE}" type="presParOf" srcId="{3663D5C1-66C9-4ED2-85F3-BBDA970E010E}" destId="{40370385-54DB-482A-A56B-3351EF8FA10F}" srcOrd="1" destOrd="0" presId="urn:microsoft.com/office/officeart/2018/5/layout/IconCircleLabelList"/>
    <dgm:cxn modelId="{4F9AE4B3-4A83-4C93-88F1-7C8C1027C3E4}" type="presParOf" srcId="{3663D5C1-66C9-4ED2-85F3-BBDA970E010E}" destId="{447096E1-5873-4E48-A6DC-B710ABF56226}" srcOrd="2" destOrd="0" presId="urn:microsoft.com/office/officeart/2018/5/layout/IconCircleLabelList"/>
    <dgm:cxn modelId="{9A65F83E-1ABD-47E7-B5AF-C6895B53C525}" type="presParOf" srcId="{3663D5C1-66C9-4ED2-85F3-BBDA970E010E}" destId="{30111881-F085-485C-B86D-79B99CD8550B}" srcOrd="3" destOrd="0" presId="urn:microsoft.com/office/officeart/2018/5/layout/IconCircleLabelList"/>
    <dgm:cxn modelId="{227ECCA3-133E-470A-A95C-09A0221B1465}" type="presParOf" srcId="{65335949-AFFD-43AA-A1B9-C6BAC926831A}" destId="{664B530E-8CDF-417C-88E2-21CD625908A0}" srcOrd="1" destOrd="0" presId="urn:microsoft.com/office/officeart/2018/5/layout/IconCircleLabelList"/>
    <dgm:cxn modelId="{BC168EC1-BAD3-4DE4-8D73-FE46DCB83ED8}" type="presParOf" srcId="{65335949-AFFD-43AA-A1B9-C6BAC926831A}" destId="{99673462-6020-40D9-9551-E5C9561C9913}" srcOrd="2" destOrd="0" presId="urn:microsoft.com/office/officeart/2018/5/layout/IconCircleLabelList"/>
    <dgm:cxn modelId="{4C9E84A6-4F4C-481F-82FE-C4D0F82D1249}" type="presParOf" srcId="{99673462-6020-40D9-9551-E5C9561C9913}" destId="{2949CB7A-D655-40CA-8A41-9CDDD6C2DC2C}" srcOrd="0" destOrd="0" presId="urn:microsoft.com/office/officeart/2018/5/layout/IconCircleLabelList"/>
    <dgm:cxn modelId="{404CA2DB-F156-45BD-8141-1B88E918BAC1}" type="presParOf" srcId="{99673462-6020-40D9-9551-E5C9561C9913}" destId="{CD39C980-1635-458A-B0A0-3085316B17A9}" srcOrd="1" destOrd="0" presId="urn:microsoft.com/office/officeart/2018/5/layout/IconCircleLabelList"/>
    <dgm:cxn modelId="{84BB2E81-FF60-44FC-98FC-AD573E650C5B}" type="presParOf" srcId="{99673462-6020-40D9-9551-E5C9561C9913}" destId="{B041D0A6-82E5-4FA3-A2BF-F2D31CB90B6A}" srcOrd="2" destOrd="0" presId="urn:microsoft.com/office/officeart/2018/5/layout/IconCircleLabelList"/>
    <dgm:cxn modelId="{3D25629A-6935-4FFF-ACA1-E4C6A39053BB}" type="presParOf" srcId="{99673462-6020-40D9-9551-E5C9561C9913}" destId="{353BFEC0-D433-4421-8850-48D1541D0FAD}" srcOrd="3" destOrd="0" presId="urn:microsoft.com/office/officeart/2018/5/layout/IconCircleLabelList"/>
    <dgm:cxn modelId="{D3AF34A8-D4C1-468F-9EE4-5C83219FDBC4}" type="presParOf" srcId="{65335949-AFFD-43AA-A1B9-C6BAC926831A}" destId="{756684B9-5C76-4442-A9D8-C1F5276DFA44}" srcOrd="3" destOrd="0" presId="urn:microsoft.com/office/officeart/2018/5/layout/IconCircleLabelList"/>
    <dgm:cxn modelId="{69933CC7-A02F-46E4-B1DF-D675C7A10C4F}" type="presParOf" srcId="{65335949-AFFD-43AA-A1B9-C6BAC926831A}" destId="{6C49A2D2-AC01-4DD2-9D74-031F5B0EBABD}" srcOrd="4" destOrd="0" presId="urn:microsoft.com/office/officeart/2018/5/layout/IconCircleLabelList"/>
    <dgm:cxn modelId="{35BCBFB5-ABF1-4182-B15C-6546C84BA532}" type="presParOf" srcId="{6C49A2D2-AC01-4DD2-9D74-031F5B0EBABD}" destId="{E0A387DC-3D7C-452F-A9E7-1E15F618944F}" srcOrd="0" destOrd="0" presId="urn:microsoft.com/office/officeart/2018/5/layout/IconCircleLabelList"/>
    <dgm:cxn modelId="{F9E65EAF-D2EA-44DD-87D2-F4C5E616BCF8}" type="presParOf" srcId="{6C49A2D2-AC01-4DD2-9D74-031F5B0EBABD}" destId="{950537FB-D9F4-45D8-A29B-7ABA124FAE08}" srcOrd="1" destOrd="0" presId="urn:microsoft.com/office/officeart/2018/5/layout/IconCircleLabelList"/>
    <dgm:cxn modelId="{FD4937CA-36CF-4D24-9496-C5E75BCA9499}" type="presParOf" srcId="{6C49A2D2-AC01-4DD2-9D74-031F5B0EBABD}" destId="{FBE4BE53-C0D6-4B9A-BEFF-529D1A830168}" srcOrd="2" destOrd="0" presId="urn:microsoft.com/office/officeart/2018/5/layout/IconCircleLabelList"/>
    <dgm:cxn modelId="{0BA59758-01BD-4480-91C7-E374D5C32183}" type="presParOf" srcId="{6C49A2D2-AC01-4DD2-9D74-031F5B0EBABD}" destId="{CB174894-80A1-4151-B3AD-6C99F291B2F2}" srcOrd="3" destOrd="0" presId="urn:microsoft.com/office/officeart/2018/5/layout/IconCircleLabelList"/>
    <dgm:cxn modelId="{D65DAFAD-2B7F-4D58-AB01-01278B0AC085}" type="presParOf" srcId="{65335949-AFFD-43AA-A1B9-C6BAC926831A}" destId="{E499515E-CFB7-4901-A934-72001188D1F9}" srcOrd="5" destOrd="0" presId="urn:microsoft.com/office/officeart/2018/5/layout/IconCircleLabelList"/>
    <dgm:cxn modelId="{F28D3CAF-ADA4-4C24-B335-5197006A4402}" type="presParOf" srcId="{65335949-AFFD-43AA-A1B9-C6BAC926831A}" destId="{2D76AB47-28C2-4134-9D55-58E70EDBD8C9}" srcOrd="6" destOrd="0" presId="urn:microsoft.com/office/officeart/2018/5/layout/IconCircleLabelList"/>
    <dgm:cxn modelId="{1C72E525-06A1-4E2B-A15F-16D7C1C14DF0}" type="presParOf" srcId="{2D76AB47-28C2-4134-9D55-58E70EDBD8C9}" destId="{3A5AD177-4126-4559-A787-CFB02B679113}" srcOrd="0" destOrd="0" presId="urn:microsoft.com/office/officeart/2018/5/layout/IconCircleLabelList"/>
    <dgm:cxn modelId="{4E197DD4-826C-41FB-8206-72EDA1B44110}" type="presParOf" srcId="{2D76AB47-28C2-4134-9D55-58E70EDBD8C9}" destId="{D38F4972-9BA1-45B9-8711-3DCD87FE3DC0}" srcOrd="1" destOrd="0" presId="urn:microsoft.com/office/officeart/2018/5/layout/IconCircleLabelList"/>
    <dgm:cxn modelId="{8FB65FF4-5912-4083-A5EA-53DD381CF54D}" type="presParOf" srcId="{2D76AB47-28C2-4134-9D55-58E70EDBD8C9}" destId="{2A3FA475-1D86-445C-BF1E-745843A6A49C}" srcOrd="2" destOrd="0" presId="urn:microsoft.com/office/officeart/2018/5/layout/IconCircleLabelList"/>
    <dgm:cxn modelId="{05EE8FB3-9983-4308-961D-02CE0612625B}" type="presParOf" srcId="{2D76AB47-28C2-4134-9D55-58E70EDBD8C9}" destId="{4FC07A7B-6822-4327-8877-21360BA1F41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7DBFAB-09EF-6C40-8BB7-C72DE3C051F9}">
      <dsp:nvSpPr>
        <dsp:cNvPr id="0" name=""/>
        <dsp:cNvSpPr/>
      </dsp:nvSpPr>
      <dsp:spPr>
        <a:xfrm>
          <a:off x="380489" y="0"/>
          <a:ext cx="5530735" cy="553073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ABA6C7-06FD-BB40-9D79-B8E36C86ECA0}">
      <dsp:nvSpPr>
        <dsp:cNvPr id="0" name=""/>
        <dsp:cNvSpPr/>
      </dsp:nvSpPr>
      <dsp:spPr>
        <a:xfrm>
          <a:off x="905909" y="525419"/>
          <a:ext cx="2156986" cy="21569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Phase-1: Generic prediction models for healthcare &amp; cybersecurity domains.</a:t>
          </a:r>
        </a:p>
      </dsp:txBody>
      <dsp:txXfrm>
        <a:off x="1011204" y="630714"/>
        <a:ext cx="1946396" cy="1946396"/>
      </dsp:txXfrm>
    </dsp:sp>
    <dsp:sp modelId="{31F0BD64-8228-B24D-8922-DE3DBE0D3044}">
      <dsp:nvSpPr>
        <dsp:cNvPr id="0" name=""/>
        <dsp:cNvSpPr/>
      </dsp:nvSpPr>
      <dsp:spPr>
        <a:xfrm>
          <a:off x="3228818" y="525419"/>
          <a:ext cx="2156986" cy="21569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Phase-2: Enterprise-grade real-time DDoS detection pipeline.</a:t>
          </a:r>
        </a:p>
      </dsp:txBody>
      <dsp:txXfrm>
        <a:off x="3334113" y="630714"/>
        <a:ext cx="1946396" cy="1946396"/>
      </dsp:txXfrm>
    </dsp:sp>
    <dsp:sp modelId="{BC7A4850-137E-554C-901F-905AA0742F8A}">
      <dsp:nvSpPr>
        <dsp:cNvPr id="0" name=""/>
        <dsp:cNvSpPr/>
      </dsp:nvSpPr>
      <dsp:spPr>
        <a:xfrm>
          <a:off x="905909" y="2848328"/>
          <a:ext cx="2156986" cy="21569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Learning curve: From offline notebooks ➜ streaming micro-services.</a:t>
          </a:r>
        </a:p>
      </dsp:txBody>
      <dsp:txXfrm>
        <a:off x="1011204" y="2953623"/>
        <a:ext cx="1946396" cy="1946396"/>
      </dsp:txXfrm>
    </dsp:sp>
    <dsp:sp modelId="{9379B60E-CA95-5A4A-9FCD-66B06B308410}">
      <dsp:nvSpPr>
        <dsp:cNvPr id="0" name=""/>
        <dsp:cNvSpPr/>
      </dsp:nvSpPr>
      <dsp:spPr>
        <a:xfrm>
          <a:off x="3228818" y="2848328"/>
          <a:ext cx="2156986" cy="21569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Key driver: Need for sub-second threat verdicts in production.</a:t>
          </a:r>
        </a:p>
      </dsp:txBody>
      <dsp:txXfrm>
        <a:off x="3334113" y="2953623"/>
        <a:ext cx="1946396" cy="19463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E5620C-EC82-401E-A42A-ECB4C6F71032}">
      <dsp:nvSpPr>
        <dsp:cNvPr id="0" name=""/>
        <dsp:cNvSpPr/>
      </dsp:nvSpPr>
      <dsp:spPr>
        <a:xfrm>
          <a:off x="973190" y="986724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EC8D71-15A6-4461-9473-9508669B6441}">
      <dsp:nvSpPr>
        <dsp:cNvPr id="0" name=""/>
        <dsp:cNvSpPr/>
      </dsp:nvSpPr>
      <dsp:spPr>
        <a:xfrm>
          <a:off x="1242597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47ECAD-CEED-438F-9AA7-2332524F800E}">
      <dsp:nvSpPr>
        <dsp:cNvPr id="0" name=""/>
        <dsp:cNvSpPr/>
      </dsp:nvSpPr>
      <dsp:spPr>
        <a:xfrm>
          <a:off x="569079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Implemented Random Forest-based predictors on public health &amp; intrusion datasets.</a:t>
          </a:r>
        </a:p>
      </dsp:txBody>
      <dsp:txXfrm>
        <a:off x="569079" y="2644614"/>
        <a:ext cx="2072362" cy="720000"/>
      </dsp:txXfrm>
    </dsp:sp>
    <dsp:sp modelId="{A4A11684-D76C-46B3-A723-5F8159FF842E}">
      <dsp:nvSpPr>
        <dsp:cNvPr id="0" name=""/>
        <dsp:cNvSpPr/>
      </dsp:nvSpPr>
      <dsp:spPr>
        <a:xfrm>
          <a:off x="3408216" y="986724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247747-82E6-4A70-9AA4-6028EF3FCB3C}">
      <dsp:nvSpPr>
        <dsp:cNvPr id="0" name=""/>
        <dsp:cNvSpPr/>
      </dsp:nvSpPr>
      <dsp:spPr>
        <a:xfrm>
          <a:off x="3677623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8BADAD-D50E-4D82-B756-EBDFE8342684}">
      <dsp:nvSpPr>
        <dsp:cNvPr id="0" name=""/>
        <dsp:cNvSpPr/>
      </dsp:nvSpPr>
      <dsp:spPr>
        <a:xfrm>
          <a:off x="3004105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Stack: Python 3.11, Scikit-learn, Streamlit demo UI.</a:t>
          </a:r>
        </a:p>
      </dsp:txBody>
      <dsp:txXfrm>
        <a:off x="3004105" y="2644614"/>
        <a:ext cx="2072362" cy="720000"/>
      </dsp:txXfrm>
    </dsp:sp>
    <dsp:sp modelId="{E4A38710-F220-4B47-B580-87C184679DDB}">
      <dsp:nvSpPr>
        <dsp:cNvPr id="0" name=""/>
        <dsp:cNvSpPr/>
      </dsp:nvSpPr>
      <dsp:spPr>
        <a:xfrm>
          <a:off x="5843242" y="986724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0167EE-B86D-4176-8BF7-96101141EB70}">
      <dsp:nvSpPr>
        <dsp:cNvPr id="0" name=""/>
        <dsp:cNvSpPr/>
      </dsp:nvSpPr>
      <dsp:spPr>
        <a:xfrm>
          <a:off x="6112649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EBC959-CFA3-49B9-A717-2230025CCB8E}">
      <dsp:nvSpPr>
        <dsp:cNvPr id="0" name=""/>
        <dsp:cNvSpPr/>
      </dsp:nvSpPr>
      <dsp:spPr>
        <a:xfrm>
          <a:off x="5439131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Outcome: 78 % baseline accuracy, validated modelling workflow.</a:t>
          </a:r>
        </a:p>
      </dsp:txBody>
      <dsp:txXfrm>
        <a:off x="5439131" y="2644614"/>
        <a:ext cx="2072362" cy="720000"/>
      </dsp:txXfrm>
    </dsp:sp>
    <dsp:sp modelId="{BF6E2324-CD11-46C5-BA57-64115D50C1E2}">
      <dsp:nvSpPr>
        <dsp:cNvPr id="0" name=""/>
        <dsp:cNvSpPr/>
      </dsp:nvSpPr>
      <dsp:spPr>
        <a:xfrm>
          <a:off x="8278268" y="986724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CC0AF4-CB77-4DDF-9BEC-97B184F2ABF1}">
      <dsp:nvSpPr>
        <dsp:cNvPr id="0" name=""/>
        <dsp:cNvSpPr/>
      </dsp:nvSpPr>
      <dsp:spPr>
        <a:xfrm>
          <a:off x="8547675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27C0ED-9280-43CE-AC71-ABE656D93650}">
      <dsp:nvSpPr>
        <dsp:cNvPr id="0" name=""/>
        <dsp:cNvSpPr/>
      </dsp:nvSpPr>
      <dsp:spPr>
        <a:xfrm>
          <a:off x="7874157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Limitation: Lacked live data ingestion &amp; scaling capabilities.</a:t>
          </a:r>
        </a:p>
      </dsp:txBody>
      <dsp:txXfrm>
        <a:off x="7874157" y="2644614"/>
        <a:ext cx="2072362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729394-ABFD-451A-A151-3476D8B3D0B1}">
      <dsp:nvSpPr>
        <dsp:cNvPr id="0" name=""/>
        <dsp:cNvSpPr/>
      </dsp:nvSpPr>
      <dsp:spPr>
        <a:xfrm>
          <a:off x="0" y="231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621741-9DBD-4AA5-82A2-BCCD5B07A5D5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077D01-DDEE-4678-ABA7-BC37562FF2A5}">
      <dsp:nvSpPr>
        <dsp:cNvPr id="0" name=""/>
        <dsp:cNvSpPr/>
      </dsp:nvSpPr>
      <dsp:spPr>
        <a:xfrm>
          <a:off x="1357965" y="231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Accuracy: 78 % | ROC-AUC: 0.84 | F1-Score: 0.79.</a:t>
          </a:r>
        </a:p>
      </dsp:txBody>
      <dsp:txXfrm>
        <a:off x="1357965" y="2319"/>
        <a:ext cx="4887299" cy="1175727"/>
      </dsp:txXfrm>
    </dsp:sp>
    <dsp:sp modelId="{640DA4A5-9E31-4F04-865B-17F0D4EF4EA1}">
      <dsp:nvSpPr>
        <dsp:cNvPr id="0" name=""/>
        <dsp:cNvSpPr/>
      </dsp:nvSpPr>
      <dsp:spPr>
        <a:xfrm>
          <a:off x="0" y="147197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EB64D2-1E32-4D82-BEB3-43718F633698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B304A2-DBBB-41DD-96C8-C82838FE1581}">
      <dsp:nvSpPr>
        <dsp:cNvPr id="0" name=""/>
        <dsp:cNvSpPr/>
      </dsp:nvSpPr>
      <dsp:spPr>
        <a:xfrm>
          <a:off x="1357965" y="147197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Datasets: UCI Heart Disease, UNSW-NB15 sample flows.</a:t>
          </a:r>
        </a:p>
      </dsp:txBody>
      <dsp:txXfrm>
        <a:off x="1357965" y="1471979"/>
        <a:ext cx="4887299" cy="1175727"/>
      </dsp:txXfrm>
    </dsp:sp>
    <dsp:sp modelId="{4C2E291C-B217-49BA-BE29-24E3A8244848}">
      <dsp:nvSpPr>
        <dsp:cNvPr id="0" name=""/>
        <dsp:cNvSpPr/>
      </dsp:nvSpPr>
      <dsp:spPr>
        <a:xfrm>
          <a:off x="0" y="294163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7B77F3-9640-4508-BEC1-67904304BAF0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83A0C1-C298-4F51-A053-5605F0F70DA6}">
      <dsp:nvSpPr>
        <dsp:cNvPr id="0" name=""/>
        <dsp:cNvSpPr/>
      </dsp:nvSpPr>
      <dsp:spPr>
        <a:xfrm>
          <a:off x="1357965" y="294163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Single-node training time &lt; 3 min on laptop CPU.</a:t>
          </a:r>
        </a:p>
      </dsp:txBody>
      <dsp:txXfrm>
        <a:off x="1357965" y="2941639"/>
        <a:ext cx="4887299" cy="1175727"/>
      </dsp:txXfrm>
    </dsp:sp>
    <dsp:sp modelId="{B1236BA3-4F38-4082-AC3C-01DB264C3D8C}">
      <dsp:nvSpPr>
        <dsp:cNvPr id="0" name=""/>
        <dsp:cNvSpPr/>
      </dsp:nvSpPr>
      <dsp:spPr>
        <a:xfrm>
          <a:off x="0" y="441129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5C68A9-4637-467E-BCFE-6C81FF447633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74183B-8CD4-44BA-AF3C-1DB51368C86A}">
      <dsp:nvSpPr>
        <dsp:cNvPr id="0" name=""/>
        <dsp:cNvSpPr/>
      </dsp:nvSpPr>
      <dsp:spPr>
        <a:xfrm>
          <a:off x="1357965" y="441129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Served via Streamlit → &lt;400 ms request latency (local).</a:t>
          </a:r>
        </a:p>
      </dsp:txBody>
      <dsp:txXfrm>
        <a:off x="1357965" y="4411299"/>
        <a:ext cx="4887299" cy="117572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6F8C2B-ED27-41F6-811A-8B826AF13996}">
      <dsp:nvSpPr>
        <dsp:cNvPr id="0" name=""/>
        <dsp:cNvSpPr/>
      </dsp:nvSpPr>
      <dsp:spPr>
        <a:xfrm>
          <a:off x="973190" y="986724"/>
          <a:ext cx="1264141" cy="126414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1ABC5D-237D-4E8A-80B7-80D4F0B92BBF}">
      <dsp:nvSpPr>
        <dsp:cNvPr id="0" name=""/>
        <dsp:cNvSpPr/>
      </dsp:nvSpPr>
      <dsp:spPr>
        <a:xfrm>
          <a:off x="1242597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8CCD6E-22E6-460D-83EB-D72184768CDE}">
      <dsp:nvSpPr>
        <dsp:cNvPr id="0" name=""/>
        <dsp:cNvSpPr/>
      </dsp:nvSpPr>
      <dsp:spPr>
        <a:xfrm>
          <a:off x="569079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Goal: Detect volumetric DDoS attacks in &lt; 300 ms per flow.</a:t>
          </a:r>
        </a:p>
      </dsp:txBody>
      <dsp:txXfrm>
        <a:off x="569079" y="2644614"/>
        <a:ext cx="2072362" cy="720000"/>
      </dsp:txXfrm>
    </dsp:sp>
    <dsp:sp modelId="{6F73828C-74B2-4A5F-8F94-7BDB7DB9ED7A}">
      <dsp:nvSpPr>
        <dsp:cNvPr id="0" name=""/>
        <dsp:cNvSpPr/>
      </dsp:nvSpPr>
      <dsp:spPr>
        <a:xfrm>
          <a:off x="3408216" y="986724"/>
          <a:ext cx="1264141" cy="126414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40D6A5-966B-4C96-8AC5-1E27013C3707}">
      <dsp:nvSpPr>
        <dsp:cNvPr id="0" name=""/>
        <dsp:cNvSpPr/>
      </dsp:nvSpPr>
      <dsp:spPr>
        <a:xfrm>
          <a:off x="3677623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3B23BF-41F1-4A4C-B28C-9E690E6360E8}">
      <dsp:nvSpPr>
        <dsp:cNvPr id="0" name=""/>
        <dsp:cNvSpPr/>
      </dsp:nvSpPr>
      <dsp:spPr>
        <a:xfrm>
          <a:off x="3004105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Dataset foundation: CIC-DDoS 2019 + custom traffic captures.</a:t>
          </a:r>
        </a:p>
      </dsp:txBody>
      <dsp:txXfrm>
        <a:off x="3004105" y="2644614"/>
        <a:ext cx="2072362" cy="720000"/>
      </dsp:txXfrm>
    </dsp:sp>
    <dsp:sp modelId="{03F8BD92-68CF-4AB1-9939-6A779305805A}">
      <dsp:nvSpPr>
        <dsp:cNvPr id="0" name=""/>
        <dsp:cNvSpPr/>
      </dsp:nvSpPr>
      <dsp:spPr>
        <a:xfrm>
          <a:off x="5843242" y="986724"/>
          <a:ext cx="1264141" cy="126414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343D73-3515-4559-99C0-EBC001A6D66F}">
      <dsp:nvSpPr>
        <dsp:cNvPr id="0" name=""/>
        <dsp:cNvSpPr/>
      </dsp:nvSpPr>
      <dsp:spPr>
        <a:xfrm>
          <a:off x="6112649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28B82D-73B7-4C02-ACCC-942430AC338B}">
      <dsp:nvSpPr>
        <dsp:cNvPr id="0" name=""/>
        <dsp:cNvSpPr/>
      </dsp:nvSpPr>
      <dsp:spPr>
        <a:xfrm>
          <a:off x="5439131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Prototype accuracy: 99.67 % | Median latency: 270 ms.</a:t>
          </a:r>
        </a:p>
      </dsp:txBody>
      <dsp:txXfrm>
        <a:off x="5439131" y="2644614"/>
        <a:ext cx="2072362" cy="720000"/>
      </dsp:txXfrm>
    </dsp:sp>
    <dsp:sp modelId="{6977A932-2617-4873-838C-DA1187CFB2EE}">
      <dsp:nvSpPr>
        <dsp:cNvPr id="0" name=""/>
        <dsp:cNvSpPr/>
      </dsp:nvSpPr>
      <dsp:spPr>
        <a:xfrm>
          <a:off x="8278268" y="986724"/>
          <a:ext cx="1264141" cy="126414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4A2971-F3D9-45D5-B01D-BA45BF057F6D}">
      <dsp:nvSpPr>
        <dsp:cNvPr id="0" name=""/>
        <dsp:cNvSpPr/>
      </dsp:nvSpPr>
      <dsp:spPr>
        <a:xfrm>
          <a:off x="8547675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C29809-B80F-415C-A2FE-A08B3DB5504C}">
      <dsp:nvSpPr>
        <dsp:cNvPr id="0" name=""/>
        <dsp:cNvSpPr/>
      </dsp:nvSpPr>
      <dsp:spPr>
        <a:xfrm>
          <a:off x="7874157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Throughput: 18 k feature messages / s on commodity HW.</a:t>
          </a:r>
        </a:p>
      </dsp:txBody>
      <dsp:txXfrm>
        <a:off x="7874157" y="2644614"/>
        <a:ext cx="2072362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0CE726-8139-FD48-B289-60A2B58D129E}">
      <dsp:nvSpPr>
        <dsp:cNvPr id="0" name=""/>
        <dsp:cNvSpPr/>
      </dsp:nvSpPr>
      <dsp:spPr>
        <a:xfrm>
          <a:off x="0" y="0"/>
          <a:ext cx="8412480" cy="9572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Five coherent layers ensure clear separation of concerns:</a:t>
          </a:r>
        </a:p>
      </dsp:txBody>
      <dsp:txXfrm>
        <a:off x="28038" y="28038"/>
        <a:ext cx="7298593" cy="901218"/>
      </dsp:txXfrm>
    </dsp:sp>
    <dsp:sp modelId="{9B056AD9-9C89-0944-A33A-ED95F19EBBA9}">
      <dsp:nvSpPr>
        <dsp:cNvPr id="0" name=""/>
        <dsp:cNvSpPr/>
      </dsp:nvSpPr>
      <dsp:spPr>
        <a:xfrm>
          <a:off x="704545" y="1131347"/>
          <a:ext cx="8412480" cy="95729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1️⃣ Packet Capture  2️⃣ Feature Extraction  3️⃣ Streaming</a:t>
          </a:r>
        </a:p>
      </dsp:txBody>
      <dsp:txXfrm>
        <a:off x="732583" y="1159385"/>
        <a:ext cx="7029617" cy="901218"/>
      </dsp:txXfrm>
    </dsp:sp>
    <dsp:sp modelId="{246298FB-2E3E-1745-A569-9C04EC5C4B46}">
      <dsp:nvSpPr>
        <dsp:cNvPr id="0" name=""/>
        <dsp:cNvSpPr/>
      </dsp:nvSpPr>
      <dsp:spPr>
        <a:xfrm>
          <a:off x="1398574" y="2262695"/>
          <a:ext cx="8412480" cy="95729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4️⃣ Analysis / ML  5️⃣ API Exposure / Orchestration.</a:t>
          </a:r>
        </a:p>
      </dsp:txBody>
      <dsp:txXfrm>
        <a:off x="1426612" y="2290733"/>
        <a:ext cx="7040133" cy="901218"/>
      </dsp:txXfrm>
    </dsp:sp>
    <dsp:sp modelId="{10BF3486-47AC-834A-BE5A-6060191FFE3C}">
      <dsp:nvSpPr>
        <dsp:cNvPr id="0" name=""/>
        <dsp:cNvSpPr/>
      </dsp:nvSpPr>
      <dsp:spPr>
        <a:xfrm>
          <a:off x="2103119" y="3394043"/>
          <a:ext cx="8412480" cy="95729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Documented via 35-page arc42 blueprint for maintainability.</a:t>
          </a:r>
        </a:p>
      </dsp:txBody>
      <dsp:txXfrm>
        <a:off x="2131157" y="3422081"/>
        <a:ext cx="7029617" cy="901218"/>
      </dsp:txXfrm>
    </dsp:sp>
    <dsp:sp modelId="{F098AE3B-716B-144E-BC50-B53617DD5296}">
      <dsp:nvSpPr>
        <dsp:cNvPr id="0" name=""/>
        <dsp:cNvSpPr/>
      </dsp:nvSpPr>
      <dsp:spPr>
        <a:xfrm>
          <a:off x="7790238" y="733200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7930242" y="733200"/>
        <a:ext cx="342233" cy="468236"/>
      </dsp:txXfrm>
    </dsp:sp>
    <dsp:sp modelId="{3696D86E-8118-1B4B-BCD3-2984229B965F}">
      <dsp:nvSpPr>
        <dsp:cNvPr id="0" name=""/>
        <dsp:cNvSpPr/>
      </dsp:nvSpPr>
      <dsp:spPr>
        <a:xfrm>
          <a:off x="8494783" y="1864548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8634787" y="1864548"/>
        <a:ext cx="342233" cy="468236"/>
      </dsp:txXfrm>
    </dsp:sp>
    <dsp:sp modelId="{2F08CF1C-2081-0344-B514-4C90B404D434}">
      <dsp:nvSpPr>
        <dsp:cNvPr id="0" name=""/>
        <dsp:cNvSpPr/>
      </dsp:nvSpPr>
      <dsp:spPr>
        <a:xfrm>
          <a:off x="9188813" y="2995896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9328817" y="2995896"/>
        <a:ext cx="342233" cy="46823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8A8F55-3960-47FF-BBE5-860CD3EC434C}">
      <dsp:nvSpPr>
        <dsp:cNvPr id="0" name=""/>
        <dsp:cNvSpPr/>
      </dsp:nvSpPr>
      <dsp:spPr>
        <a:xfrm>
          <a:off x="1138979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44D5D2-7CC9-4388-85C3-19274F4BA475}">
      <dsp:nvSpPr>
        <dsp:cNvPr id="0" name=""/>
        <dsp:cNvSpPr/>
      </dsp:nvSpPr>
      <dsp:spPr>
        <a:xfrm>
          <a:off x="569079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Capture: Scapy (portable) &amp; DPDK (10 Gbps optimized).</a:t>
          </a:r>
        </a:p>
      </dsp:txBody>
      <dsp:txXfrm>
        <a:off x="569079" y="2427788"/>
        <a:ext cx="2072362" cy="720000"/>
      </dsp:txXfrm>
    </dsp:sp>
    <dsp:sp modelId="{02E61782-0C30-4C83-96E6-E52604A6BB55}">
      <dsp:nvSpPr>
        <dsp:cNvPr id="0" name=""/>
        <dsp:cNvSpPr/>
      </dsp:nvSpPr>
      <dsp:spPr>
        <a:xfrm>
          <a:off x="3574005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51C617-FF06-465C-B39B-F9A048C0C241}">
      <dsp:nvSpPr>
        <dsp:cNvPr id="0" name=""/>
        <dsp:cNvSpPr/>
      </dsp:nvSpPr>
      <dsp:spPr>
        <a:xfrm>
          <a:off x="3004105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Streaming: Apache Kafka 3.7 with mTLS &amp; SASL auth.</a:t>
          </a:r>
        </a:p>
      </dsp:txBody>
      <dsp:txXfrm>
        <a:off x="3004105" y="2427788"/>
        <a:ext cx="2072362" cy="720000"/>
      </dsp:txXfrm>
    </dsp:sp>
    <dsp:sp modelId="{234C7E63-0CBB-4EFC-ADA5-7198A3ADF66C}">
      <dsp:nvSpPr>
        <dsp:cNvPr id="0" name=""/>
        <dsp:cNvSpPr/>
      </dsp:nvSpPr>
      <dsp:spPr>
        <a:xfrm>
          <a:off x="6009031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9F91A6-05FE-4B7B-B679-0E9F1E131BEE}">
      <dsp:nvSpPr>
        <dsp:cNvPr id="0" name=""/>
        <dsp:cNvSpPr/>
      </dsp:nvSpPr>
      <dsp:spPr>
        <a:xfrm>
          <a:off x="5439131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ML: Random Forest, XGBoost, LightGBM ensemble + SMOTE.</a:t>
          </a:r>
        </a:p>
      </dsp:txBody>
      <dsp:txXfrm>
        <a:off x="5439131" y="2427788"/>
        <a:ext cx="2072362" cy="720000"/>
      </dsp:txXfrm>
    </dsp:sp>
    <dsp:sp modelId="{EFE44FFC-8DD8-4487-8718-035D199F3906}">
      <dsp:nvSpPr>
        <dsp:cNvPr id="0" name=""/>
        <dsp:cNvSpPr/>
      </dsp:nvSpPr>
      <dsp:spPr>
        <a:xfrm>
          <a:off x="8444057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850187-3B15-478F-B9B5-C511DEA68832}">
      <dsp:nvSpPr>
        <dsp:cNvPr id="0" name=""/>
        <dsp:cNvSpPr/>
      </dsp:nvSpPr>
      <dsp:spPr>
        <a:xfrm>
          <a:off x="7874157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Runtime: Docker containers on Kubernetes dev cluster.</a:t>
          </a:r>
        </a:p>
      </dsp:txBody>
      <dsp:txXfrm>
        <a:off x="7874157" y="2427788"/>
        <a:ext cx="2072362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F4A862-1DE9-9F4C-8472-6D11638E8440}">
      <dsp:nvSpPr>
        <dsp:cNvPr id="0" name=""/>
        <dsp:cNvSpPr/>
      </dsp:nvSpPr>
      <dsp:spPr>
        <a:xfrm>
          <a:off x="205" y="781007"/>
          <a:ext cx="2477840" cy="297340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756" tIns="0" rIns="244756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25 flow-level statistical features – bytes, rates, entropy.</a:t>
          </a:r>
        </a:p>
      </dsp:txBody>
      <dsp:txXfrm>
        <a:off x="205" y="1970371"/>
        <a:ext cx="2477840" cy="1784045"/>
      </dsp:txXfrm>
    </dsp:sp>
    <dsp:sp modelId="{D4C294BD-0511-594A-8792-EA8CCF93A88D}">
      <dsp:nvSpPr>
        <dsp:cNvPr id="0" name=""/>
        <dsp:cNvSpPr/>
      </dsp:nvSpPr>
      <dsp:spPr>
        <a:xfrm>
          <a:off x="205" y="781007"/>
          <a:ext cx="2477840" cy="1189363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756" tIns="165100" rIns="244756" bIns="16510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01</a:t>
          </a:r>
        </a:p>
      </dsp:txBody>
      <dsp:txXfrm>
        <a:off x="205" y="781007"/>
        <a:ext cx="2477840" cy="1189363"/>
      </dsp:txXfrm>
    </dsp:sp>
    <dsp:sp modelId="{B51DE06F-C299-DE40-9F3C-E3B847CA7AED}">
      <dsp:nvSpPr>
        <dsp:cNvPr id="0" name=""/>
        <dsp:cNvSpPr/>
      </dsp:nvSpPr>
      <dsp:spPr>
        <a:xfrm>
          <a:off x="2676273" y="781007"/>
          <a:ext cx="2477840" cy="2973409"/>
        </a:xfrm>
        <a:prstGeom prst="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accent5">
              <a:hueOff val="-3311292"/>
              <a:satOff val="13270"/>
              <a:lumOff val="28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756" tIns="0" rIns="244756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Pre-processing: StandardScaler + PCA (optional).</a:t>
          </a:r>
        </a:p>
      </dsp:txBody>
      <dsp:txXfrm>
        <a:off x="2676273" y="1970371"/>
        <a:ext cx="2477840" cy="1784045"/>
      </dsp:txXfrm>
    </dsp:sp>
    <dsp:sp modelId="{F9BF719A-0AB5-8C44-924C-6C1F41B473E2}">
      <dsp:nvSpPr>
        <dsp:cNvPr id="0" name=""/>
        <dsp:cNvSpPr/>
      </dsp:nvSpPr>
      <dsp:spPr>
        <a:xfrm>
          <a:off x="2676273" y="781007"/>
          <a:ext cx="2477840" cy="1189363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756" tIns="165100" rIns="244756" bIns="16510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02</a:t>
          </a:r>
        </a:p>
      </dsp:txBody>
      <dsp:txXfrm>
        <a:off x="2676273" y="781007"/>
        <a:ext cx="2477840" cy="1189363"/>
      </dsp:txXfrm>
    </dsp:sp>
    <dsp:sp modelId="{1E54DA5F-84F4-224C-9964-D2496F95FF55}">
      <dsp:nvSpPr>
        <dsp:cNvPr id="0" name=""/>
        <dsp:cNvSpPr/>
      </dsp:nvSpPr>
      <dsp:spPr>
        <a:xfrm>
          <a:off x="5352341" y="781007"/>
          <a:ext cx="2477840" cy="2973409"/>
        </a:xfrm>
        <a:prstGeom prst="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accent5">
              <a:hueOff val="-6622584"/>
              <a:satOff val="26541"/>
              <a:lumOff val="57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756" tIns="0" rIns="244756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Class imbalance handled via Borderline-SMOTE (ratio = 0.1).</a:t>
          </a:r>
        </a:p>
      </dsp:txBody>
      <dsp:txXfrm>
        <a:off x="5352341" y="1970371"/>
        <a:ext cx="2477840" cy="1784045"/>
      </dsp:txXfrm>
    </dsp:sp>
    <dsp:sp modelId="{084B57F5-A9F9-9345-9843-7D497A9BBF0E}">
      <dsp:nvSpPr>
        <dsp:cNvPr id="0" name=""/>
        <dsp:cNvSpPr/>
      </dsp:nvSpPr>
      <dsp:spPr>
        <a:xfrm>
          <a:off x="5352341" y="781007"/>
          <a:ext cx="2477840" cy="1189363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756" tIns="165100" rIns="244756" bIns="16510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03</a:t>
          </a:r>
        </a:p>
      </dsp:txBody>
      <dsp:txXfrm>
        <a:off x="5352341" y="781007"/>
        <a:ext cx="2477840" cy="1189363"/>
      </dsp:txXfrm>
    </dsp:sp>
    <dsp:sp modelId="{39D769F4-4C5E-534B-8104-DC1C9263024C}">
      <dsp:nvSpPr>
        <dsp:cNvPr id="0" name=""/>
        <dsp:cNvSpPr/>
      </dsp:nvSpPr>
      <dsp:spPr>
        <a:xfrm>
          <a:off x="8028409" y="781007"/>
          <a:ext cx="2477840" cy="2973409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756" tIns="0" rIns="244756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Ensemble voting improves minority recall by 4 %.</a:t>
          </a:r>
        </a:p>
      </dsp:txBody>
      <dsp:txXfrm>
        <a:off x="8028409" y="1970371"/>
        <a:ext cx="2477840" cy="1784045"/>
      </dsp:txXfrm>
    </dsp:sp>
    <dsp:sp modelId="{5A70BBDF-5C51-0F41-996C-999CC2B1AC45}">
      <dsp:nvSpPr>
        <dsp:cNvPr id="0" name=""/>
        <dsp:cNvSpPr/>
      </dsp:nvSpPr>
      <dsp:spPr>
        <a:xfrm>
          <a:off x="8028409" y="781007"/>
          <a:ext cx="2477840" cy="1189363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756" tIns="165100" rIns="244756" bIns="16510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04</a:t>
          </a:r>
        </a:p>
      </dsp:txBody>
      <dsp:txXfrm>
        <a:off x="8028409" y="781007"/>
        <a:ext cx="2477840" cy="118936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F99775-BCF8-4F21-BFF1-34AC83AEF55A}">
      <dsp:nvSpPr>
        <dsp:cNvPr id="0" name=""/>
        <dsp:cNvSpPr/>
      </dsp:nvSpPr>
      <dsp:spPr>
        <a:xfrm>
          <a:off x="973190" y="986724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27BFF4-0202-4331-88FA-07F55FD76826}">
      <dsp:nvSpPr>
        <dsp:cNvPr id="0" name=""/>
        <dsp:cNvSpPr/>
      </dsp:nvSpPr>
      <dsp:spPr>
        <a:xfrm>
          <a:off x="1242597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57FB6A-E244-4B1C-B09B-8D8D279F1782}">
      <dsp:nvSpPr>
        <dsp:cNvPr id="0" name=""/>
        <dsp:cNvSpPr/>
      </dsp:nvSpPr>
      <dsp:spPr>
        <a:xfrm>
          <a:off x="569079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Iteration-1: DPDK listener hit hardware constraints on laptops.</a:t>
          </a:r>
        </a:p>
      </dsp:txBody>
      <dsp:txXfrm>
        <a:off x="569079" y="2644614"/>
        <a:ext cx="2072362" cy="720000"/>
      </dsp:txXfrm>
    </dsp:sp>
    <dsp:sp modelId="{FD6E1482-F7E9-4776-8E92-A159B2DC7D4C}">
      <dsp:nvSpPr>
        <dsp:cNvPr id="0" name=""/>
        <dsp:cNvSpPr/>
      </dsp:nvSpPr>
      <dsp:spPr>
        <a:xfrm>
          <a:off x="3408216" y="986724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49C71A-07B3-4E54-B421-CFFE3CBD5746}">
      <dsp:nvSpPr>
        <dsp:cNvPr id="0" name=""/>
        <dsp:cNvSpPr/>
      </dsp:nvSpPr>
      <dsp:spPr>
        <a:xfrm>
          <a:off x="3677623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BAA763-9F64-4D07-B863-EECAACF7196E}">
      <dsp:nvSpPr>
        <dsp:cNvPr id="0" name=""/>
        <dsp:cNvSpPr/>
      </dsp:nvSpPr>
      <dsp:spPr>
        <a:xfrm>
          <a:off x="3004105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Iteration-2: Scapy sniffer restored portability with 2 Gbps cap.</a:t>
          </a:r>
        </a:p>
      </dsp:txBody>
      <dsp:txXfrm>
        <a:off x="3004105" y="2644614"/>
        <a:ext cx="2072362" cy="720000"/>
      </dsp:txXfrm>
    </dsp:sp>
    <dsp:sp modelId="{DBE98911-809E-4081-A4B4-8EC01845BDB1}">
      <dsp:nvSpPr>
        <dsp:cNvPr id="0" name=""/>
        <dsp:cNvSpPr/>
      </dsp:nvSpPr>
      <dsp:spPr>
        <a:xfrm>
          <a:off x="5843242" y="986724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AA934B-76DD-4391-8F40-0D6215675183}">
      <dsp:nvSpPr>
        <dsp:cNvPr id="0" name=""/>
        <dsp:cNvSpPr/>
      </dsp:nvSpPr>
      <dsp:spPr>
        <a:xfrm>
          <a:off x="6112649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5E3A95-4777-4E92-8385-4C0D5468F721}">
      <dsp:nvSpPr>
        <dsp:cNvPr id="0" name=""/>
        <dsp:cNvSpPr/>
      </dsp:nvSpPr>
      <dsp:spPr>
        <a:xfrm>
          <a:off x="5439131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Adaptive abstraction selects best driver per deployment.</a:t>
          </a:r>
        </a:p>
      </dsp:txBody>
      <dsp:txXfrm>
        <a:off x="5439131" y="2644614"/>
        <a:ext cx="2072362" cy="720000"/>
      </dsp:txXfrm>
    </dsp:sp>
    <dsp:sp modelId="{73E86EB2-B3E5-4BAE-BCEA-7E3DCB722BAB}">
      <dsp:nvSpPr>
        <dsp:cNvPr id="0" name=""/>
        <dsp:cNvSpPr/>
      </dsp:nvSpPr>
      <dsp:spPr>
        <a:xfrm>
          <a:off x="8278268" y="986724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1F31AA-E9A5-4B99-AC57-207B3F9683FC}">
      <dsp:nvSpPr>
        <dsp:cNvPr id="0" name=""/>
        <dsp:cNvSpPr/>
      </dsp:nvSpPr>
      <dsp:spPr>
        <a:xfrm>
          <a:off x="8547675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1703D5-6800-49CF-AF85-E06CE6E40C9C}">
      <dsp:nvSpPr>
        <dsp:cNvPr id="0" name=""/>
        <dsp:cNvSpPr/>
      </dsp:nvSpPr>
      <dsp:spPr>
        <a:xfrm>
          <a:off x="7874157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Both emit identical framed JSON for downstream parity.</a:t>
          </a:r>
        </a:p>
      </dsp:txBody>
      <dsp:txXfrm>
        <a:off x="7874157" y="2644614"/>
        <a:ext cx="2072362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AE08EC-9EF1-C24F-9BE9-309904D14ABE}">
      <dsp:nvSpPr>
        <dsp:cNvPr id="0" name=""/>
        <dsp:cNvSpPr/>
      </dsp:nvSpPr>
      <dsp:spPr>
        <a:xfrm>
          <a:off x="205" y="690763"/>
          <a:ext cx="2479997" cy="297599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Kernel-bypass poll-mode driver → zero-copy RX buffers.</a:t>
          </a:r>
        </a:p>
      </dsp:txBody>
      <dsp:txXfrm>
        <a:off x="205" y="1881162"/>
        <a:ext cx="2479997" cy="1785598"/>
      </dsp:txXfrm>
    </dsp:sp>
    <dsp:sp modelId="{1F25F083-6D0F-5A41-B799-294A498AA22B}">
      <dsp:nvSpPr>
        <dsp:cNvPr id="0" name=""/>
        <dsp:cNvSpPr/>
      </dsp:nvSpPr>
      <dsp:spPr>
        <a:xfrm>
          <a:off x="205" y="690763"/>
          <a:ext cx="2479997" cy="1190398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01</a:t>
          </a:r>
        </a:p>
      </dsp:txBody>
      <dsp:txXfrm>
        <a:off x="205" y="690763"/>
        <a:ext cx="2479997" cy="1190398"/>
      </dsp:txXfrm>
    </dsp:sp>
    <dsp:sp modelId="{84AB677D-0A45-9E4F-93EE-EAFC2E3E11F3}">
      <dsp:nvSpPr>
        <dsp:cNvPr id="0" name=""/>
        <dsp:cNvSpPr/>
      </dsp:nvSpPr>
      <dsp:spPr>
        <a:xfrm>
          <a:off x="2678602" y="690763"/>
          <a:ext cx="2479997" cy="2975996"/>
        </a:xfrm>
        <a:prstGeom prst="rect">
          <a:avLst/>
        </a:prstGeom>
        <a:solidFill>
          <a:schemeClr val="accent2">
            <a:hueOff val="1560507"/>
            <a:satOff val="-1946"/>
            <a:lumOff val="458"/>
            <a:alphaOff val="0"/>
          </a:schemeClr>
        </a:solidFill>
        <a:ln w="25400" cap="flat" cmpd="sng" algn="ctr">
          <a:solidFill>
            <a:schemeClr val="accent2">
              <a:hueOff val="1560507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Lock-free ring buffers for inter-thread packet queues.</a:t>
          </a:r>
        </a:p>
      </dsp:txBody>
      <dsp:txXfrm>
        <a:off x="2678602" y="1881162"/>
        <a:ext cx="2479997" cy="1785598"/>
      </dsp:txXfrm>
    </dsp:sp>
    <dsp:sp modelId="{7F62A4F9-9245-324C-962A-073899C94D2B}">
      <dsp:nvSpPr>
        <dsp:cNvPr id="0" name=""/>
        <dsp:cNvSpPr/>
      </dsp:nvSpPr>
      <dsp:spPr>
        <a:xfrm>
          <a:off x="2678602" y="690763"/>
          <a:ext cx="2479997" cy="1190398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02</a:t>
          </a:r>
        </a:p>
      </dsp:txBody>
      <dsp:txXfrm>
        <a:off x="2678602" y="690763"/>
        <a:ext cx="2479997" cy="1190398"/>
      </dsp:txXfrm>
    </dsp:sp>
    <dsp:sp modelId="{D2FE034A-3228-1346-99CF-29367BFACDE3}">
      <dsp:nvSpPr>
        <dsp:cNvPr id="0" name=""/>
        <dsp:cNvSpPr/>
      </dsp:nvSpPr>
      <dsp:spPr>
        <a:xfrm>
          <a:off x="5356999" y="690763"/>
          <a:ext cx="2479997" cy="2975996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Achieved line-rate capture @10 Gbps on lab NICs (0 % drop).</a:t>
          </a:r>
        </a:p>
      </dsp:txBody>
      <dsp:txXfrm>
        <a:off x="5356999" y="1881162"/>
        <a:ext cx="2479997" cy="1785598"/>
      </dsp:txXfrm>
    </dsp:sp>
    <dsp:sp modelId="{79CE9AF9-EA73-0C40-AEC1-466E49F7B612}">
      <dsp:nvSpPr>
        <dsp:cNvPr id="0" name=""/>
        <dsp:cNvSpPr/>
      </dsp:nvSpPr>
      <dsp:spPr>
        <a:xfrm>
          <a:off x="5356999" y="690763"/>
          <a:ext cx="2479997" cy="1190398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03</a:t>
          </a:r>
        </a:p>
      </dsp:txBody>
      <dsp:txXfrm>
        <a:off x="5356999" y="690763"/>
        <a:ext cx="2479997" cy="1190398"/>
      </dsp:txXfrm>
    </dsp:sp>
    <dsp:sp modelId="{C87E0F8E-BC56-464F-9AB6-023D9D5999FB}">
      <dsp:nvSpPr>
        <dsp:cNvPr id="0" name=""/>
        <dsp:cNvSpPr/>
      </dsp:nvSpPr>
      <dsp:spPr>
        <a:xfrm>
          <a:off x="8035397" y="690763"/>
          <a:ext cx="2479997" cy="2975996"/>
        </a:xfrm>
        <a:prstGeom prst="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20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Requires SR-IOV-enabled hardware &amp; huge-page config.</a:t>
          </a:r>
        </a:p>
      </dsp:txBody>
      <dsp:txXfrm>
        <a:off x="8035397" y="1881162"/>
        <a:ext cx="2479997" cy="1785598"/>
      </dsp:txXfrm>
    </dsp:sp>
    <dsp:sp modelId="{4ADD3737-EA5E-7041-B877-DE97E818E533}">
      <dsp:nvSpPr>
        <dsp:cNvPr id="0" name=""/>
        <dsp:cNvSpPr/>
      </dsp:nvSpPr>
      <dsp:spPr>
        <a:xfrm>
          <a:off x="8035397" y="690763"/>
          <a:ext cx="2479997" cy="1190398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04</a:t>
          </a:r>
        </a:p>
      </dsp:txBody>
      <dsp:txXfrm>
        <a:off x="8035397" y="690763"/>
        <a:ext cx="2479997" cy="119039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91A8CD-8491-4C25-9A3E-C4039F2A451E}">
      <dsp:nvSpPr>
        <dsp:cNvPr id="0" name=""/>
        <dsp:cNvSpPr/>
      </dsp:nvSpPr>
      <dsp:spPr>
        <a:xfrm>
          <a:off x="1138979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AEB647-73B4-4FE3-BD07-D01665C372FC}">
      <dsp:nvSpPr>
        <dsp:cNvPr id="0" name=""/>
        <dsp:cNvSpPr/>
      </dsp:nvSpPr>
      <dsp:spPr>
        <a:xfrm>
          <a:off x="569079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Pure-Python sniffer threads for rapid dev &amp; cross-OS support.</a:t>
          </a:r>
        </a:p>
      </dsp:txBody>
      <dsp:txXfrm>
        <a:off x="569079" y="2427788"/>
        <a:ext cx="2072362" cy="720000"/>
      </dsp:txXfrm>
    </dsp:sp>
    <dsp:sp modelId="{A61E3CDF-0E2D-42F5-AEB1-D4138BF3F180}">
      <dsp:nvSpPr>
        <dsp:cNvPr id="0" name=""/>
        <dsp:cNvSpPr/>
      </dsp:nvSpPr>
      <dsp:spPr>
        <a:xfrm>
          <a:off x="3574005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16A6CE-CF68-43B3-913E-BFB08B3A407B}">
      <dsp:nvSpPr>
        <dsp:cNvPr id="0" name=""/>
        <dsp:cNvSpPr/>
      </dsp:nvSpPr>
      <dsp:spPr>
        <a:xfrm>
          <a:off x="3004105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BPF filters restrict traffic to relevant protocols/ports.</a:t>
          </a:r>
        </a:p>
      </dsp:txBody>
      <dsp:txXfrm>
        <a:off x="3004105" y="2427788"/>
        <a:ext cx="2072362" cy="720000"/>
      </dsp:txXfrm>
    </dsp:sp>
    <dsp:sp modelId="{F7798567-71E7-4F07-938D-E41A39EDBD15}">
      <dsp:nvSpPr>
        <dsp:cNvPr id="0" name=""/>
        <dsp:cNvSpPr/>
      </dsp:nvSpPr>
      <dsp:spPr>
        <a:xfrm>
          <a:off x="6009031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93A62C-A51E-454F-AE64-85CAB92C7A40}">
      <dsp:nvSpPr>
        <dsp:cNvPr id="0" name=""/>
        <dsp:cNvSpPr/>
      </dsp:nvSpPr>
      <dsp:spPr>
        <a:xfrm>
          <a:off x="5439131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Per-packet callback extracts header fields in-memory.</a:t>
          </a:r>
        </a:p>
      </dsp:txBody>
      <dsp:txXfrm>
        <a:off x="5439131" y="2427788"/>
        <a:ext cx="2072362" cy="720000"/>
      </dsp:txXfrm>
    </dsp:sp>
    <dsp:sp modelId="{9E66CFD9-D852-43F2-8684-6F3CCFCC4FB0}">
      <dsp:nvSpPr>
        <dsp:cNvPr id="0" name=""/>
        <dsp:cNvSpPr/>
      </dsp:nvSpPr>
      <dsp:spPr>
        <a:xfrm>
          <a:off x="8444057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0F07F8-9259-4EB9-9C29-73339404DE51}">
      <dsp:nvSpPr>
        <dsp:cNvPr id="0" name=""/>
        <dsp:cNvSpPr/>
      </dsp:nvSpPr>
      <dsp:spPr>
        <a:xfrm>
          <a:off x="7874157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Throughput trade-off accepted for early PoC mobility.</a:t>
          </a:r>
        </a:p>
      </dsp:txBody>
      <dsp:txXfrm>
        <a:off x="7874157" y="2427788"/>
        <a:ext cx="2072362" cy="7200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9B06FD-66BA-409A-B6C2-A45F9ED1AE11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DFB241-BCEC-4FE3-824E-ED12EED02C74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CD773C-C77B-43B5-A0DE-B0CE9B04B58B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Topics: raw-flows, features, inference, alerts.</a:t>
          </a:r>
        </a:p>
      </dsp:txBody>
      <dsp:txXfrm>
        <a:off x="1339618" y="2288"/>
        <a:ext cx="5024605" cy="1159843"/>
      </dsp:txXfrm>
    </dsp:sp>
    <dsp:sp modelId="{333B0406-9A78-4602-818C-5787F7876EA7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670475-FF21-47D7-BD53-2751C1CA46C7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03CEED-DB21-44EB-BCD3-3E1A0BE29955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18 partitions → balanced consumer load &amp; ordering per flow.</a:t>
          </a:r>
        </a:p>
      </dsp:txBody>
      <dsp:txXfrm>
        <a:off x="1339618" y="1452092"/>
        <a:ext cx="5024605" cy="1159843"/>
      </dsp:txXfrm>
    </dsp:sp>
    <dsp:sp modelId="{1E0B7013-852A-4B4C-B848-06513C7C76EB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D9C515-5682-43C5-ACCF-4A0759A63375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E1490E-9DA8-4770-BA00-AEB87F671849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Compression: LZ4; avg payload 1.2 KB.</a:t>
          </a:r>
        </a:p>
      </dsp:txBody>
      <dsp:txXfrm>
        <a:off x="1339618" y="2901896"/>
        <a:ext cx="5024605" cy="1159843"/>
      </dsp:txXfrm>
    </dsp:sp>
    <dsp:sp modelId="{6436485D-78D9-4A97-B4E4-46C110B163AF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54CE50-952F-4702-AB31-1F9A70AF5F67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F2EAD0-9919-43B1-9CC2-4D58911A147D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Security: TLS-encrypted broker links + ACL-based auth.</a:t>
          </a:r>
        </a:p>
      </dsp:txBody>
      <dsp:txXfrm>
        <a:off x="1339618" y="4351700"/>
        <a:ext cx="5024605" cy="115984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FA2F29-2348-45B7-B626-849783E5A77D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7037AD-9331-428B-88FE-53BD153A33AC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3C0B59-9C4C-4F91-B944-B6F30E81838F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Job server consumes feature topic, batches 1 k msgs/200 ms.</a:t>
          </a:r>
        </a:p>
      </dsp:txBody>
      <dsp:txXfrm>
        <a:off x="1834517" y="469890"/>
        <a:ext cx="3148942" cy="1335915"/>
      </dsp:txXfrm>
    </dsp:sp>
    <dsp:sp modelId="{0A8C2B48-A90D-4544-8ED5-09253563B0FE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190C47-35C2-4A12-A3DC-F6812643C13C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213B2A-E2EB-45BC-9536-BD06227D951D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Back-pressure handled via consumer group lag metrics.</a:t>
          </a:r>
        </a:p>
      </dsp:txBody>
      <dsp:txXfrm>
        <a:off x="7154322" y="469890"/>
        <a:ext cx="3148942" cy="1335915"/>
      </dsp:txXfrm>
    </dsp:sp>
    <dsp:sp modelId="{8596A5C4-2D37-4860-AB78-CF1CDE9AE241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F2E4FF-BCB5-4045-9561-35460BADF41C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46C3E6-0C6E-46E3-924C-576EBFF2F605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Inline feature validation &amp; schema registry checks.</a:t>
          </a:r>
        </a:p>
      </dsp:txBody>
      <dsp:txXfrm>
        <a:off x="1834517" y="2545532"/>
        <a:ext cx="3148942" cy="1335915"/>
      </dsp:txXfrm>
    </dsp:sp>
    <dsp:sp modelId="{D154004E-DCA9-4683-B5C1-305FD580E951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47C14D-3420-46BC-B684-52D6E16B9C1D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269A63-D20D-433E-9CE6-DBDF29E095C0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Publishes verdicts to alert topic → downstream SIEM hooks.</a:t>
          </a:r>
        </a:p>
      </dsp:txBody>
      <dsp:txXfrm>
        <a:off x="7154322" y="2545532"/>
        <a:ext cx="3148942" cy="1335915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59317D-1335-4784-AA5A-939EEF646AA2}">
      <dsp:nvSpPr>
        <dsp:cNvPr id="0" name=""/>
        <dsp:cNvSpPr/>
      </dsp:nvSpPr>
      <dsp:spPr>
        <a:xfrm>
          <a:off x="973190" y="986724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ADECA9-A8C9-47F6-B015-D566594A214A}">
      <dsp:nvSpPr>
        <dsp:cNvPr id="0" name=""/>
        <dsp:cNvSpPr/>
      </dsp:nvSpPr>
      <dsp:spPr>
        <a:xfrm>
          <a:off x="1242597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95B6D1-8CEC-4DD4-96D4-8AAB10AEE925}">
      <dsp:nvSpPr>
        <dsp:cNvPr id="0" name=""/>
        <dsp:cNvSpPr/>
      </dsp:nvSpPr>
      <dsp:spPr>
        <a:xfrm>
          <a:off x="569079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Base estimators: RF (200 trees), XGBoost (500 rounds), LightGBM (300 leaves).</a:t>
          </a:r>
        </a:p>
      </dsp:txBody>
      <dsp:txXfrm>
        <a:off x="569079" y="2644614"/>
        <a:ext cx="2072362" cy="720000"/>
      </dsp:txXfrm>
    </dsp:sp>
    <dsp:sp modelId="{C12CB395-B310-4B08-BDB4-8D8AD8B27444}">
      <dsp:nvSpPr>
        <dsp:cNvPr id="0" name=""/>
        <dsp:cNvSpPr/>
      </dsp:nvSpPr>
      <dsp:spPr>
        <a:xfrm>
          <a:off x="3408216" y="986724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BBBDF9-10F7-4967-8121-9175F77FCB38}">
      <dsp:nvSpPr>
        <dsp:cNvPr id="0" name=""/>
        <dsp:cNvSpPr/>
      </dsp:nvSpPr>
      <dsp:spPr>
        <a:xfrm>
          <a:off x="3677623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912448-8E50-4A58-A439-7E1F4894150F}">
      <dsp:nvSpPr>
        <dsp:cNvPr id="0" name=""/>
        <dsp:cNvSpPr/>
      </dsp:nvSpPr>
      <dsp:spPr>
        <a:xfrm>
          <a:off x="3004105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Soft-voting weights tuned via 5-fold CV (0.4/0.35/0.25).</a:t>
          </a:r>
        </a:p>
      </dsp:txBody>
      <dsp:txXfrm>
        <a:off x="3004105" y="2644614"/>
        <a:ext cx="2072362" cy="720000"/>
      </dsp:txXfrm>
    </dsp:sp>
    <dsp:sp modelId="{48E049CC-B8A0-4875-9A69-7A2EB348CC90}">
      <dsp:nvSpPr>
        <dsp:cNvPr id="0" name=""/>
        <dsp:cNvSpPr/>
      </dsp:nvSpPr>
      <dsp:spPr>
        <a:xfrm>
          <a:off x="5843242" y="986724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C1A939-E16F-4583-8806-7D05D666D9A1}">
      <dsp:nvSpPr>
        <dsp:cNvPr id="0" name=""/>
        <dsp:cNvSpPr/>
      </dsp:nvSpPr>
      <dsp:spPr>
        <a:xfrm>
          <a:off x="6112649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F9338B-C226-4D84-97F7-3AB153B959BB}">
      <dsp:nvSpPr>
        <dsp:cNvPr id="0" name=""/>
        <dsp:cNvSpPr/>
      </dsp:nvSpPr>
      <dsp:spPr>
        <a:xfrm>
          <a:off x="5439131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SMOTE+ENN cleansing improves minority F1 from 0.82 → 0.96.</a:t>
          </a:r>
        </a:p>
      </dsp:txBody>
      <dsp:txXfrm>
        <a:off x="5439131" y="2644614"/>
        <a:ext cx="2072362" cy="720000"/>
      </dsp:txXfrm>
    </dsp:sp>
    <dsp:sp modelId="{A3BD9B04-B0E8-4097-8B25-809BFD801567}">
      <dsp:nvSpPr>
        <dsp:cNvPr id="0" name=""/>
        <dsp:cNvSpPr/>
      </dsp:nvSpPr>
      <dsp:spPr>
        <a:xfrm>
          <a:off x="8278268" y="986724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C7DD8F-D005-42FD-87CF-3EE69F01157B}">
      <dsp:nvSpPr>
        <dsp:cNvPr id="0" name=""/>
        <dsp:cNvSpPr/>
      </dsp:nvSpPr>
      <dsp:spPr>
        <a:xfrm>
          <a:off x="8547675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07D1CA-AEE6-4B12-922A-A8753C0688EA}">
      <dsp:nvSpPr>
        <dsp:cNvPr id="0" name=""/>
        <dsp:cNvSpPr/>
      </dsp:nvSpPr>
      <dsp:spPr>
        <a:xfrm>
          <a:off x="7874157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Model registry versioned in MLflow w/ SHA-digest tags.</a:t>
          </a:r>
        </a:p>
      </dsp:txBody>
      <dsp:txXfrm>
        <a:off x="7874157" y="2644614"/>
        <a:ext cx="2072362" cy="72000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2935C1-BB64-429B-B2DB-1071EBB9D374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5C4F10-164D-4C81-8310-3F2F12D31806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48B37E-6A9D-4198-AE8B-19D1BA40F516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Overall accuracy: 99.67 % | ROC-AUC: 0.95.</a:t>
          </a:r>
        </a:p>
      </dsp:txBody>
      <dsp:txXfrm>
        <a:off x="1339618" y="2288"/>
        <a:ext cx="5024605" cy="1159843"/>
      </dsp:txXfrm>
    </dsp:sp>
    <dsp:sp modelId="{11A04304-4BAA-4598-B6D1-3C5B6FEF4C12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F5684D-0265-4FCB-94A9-DC3B81584DA1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223C11-CC03-4989-A1B5-016C9509645B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Precision: 0.96 | Recall: 0.98 (attack class).</a:t>
          </a:r>
        </a:p>
      </dsp:txBody>
      <dsp:txXfrm>
        <a:off x="1339618" y="1452092"/>
        <a:ext cx="5024605" cy="1159843"/>
      </dsp:txXfrm>
    </dsp:sp>
    <dsp:sp modelId="{5F44BF52-BC92-411C-988C-F851975D0366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EF68B7-4E0A-461B-B69F-C2F78DD8B47B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4296E6-CF29-4AB5-A978-E361A2B056AF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End-to-end latency: median 270 ms @ 18 k msg/s.</a:t>
          </a:r>
        </a:p>
      </dsp:txBody>
      <dsp:txXfrm>
        <a:off x="1339618" y="2901896"/>
        <a:ext cx="5024605" cy="1159843"/>
      </dsp:txXfrm>
    </dsp:sp>
    <dsp:sp modelId="{477FEC6C-4E4D-478B-BA17-9596F53FB743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96774C-3379-4BA6-940E-D62A9EC0A3D9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DE1206-A610-4B53-8C81-1CDA0C7E7BA5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System SLA: &lt; 1 s decision for 95th percentile flows.</a:t>
          </a:r>
        </a:p>
      </dsp:txBody>
      <dsp:txXfrm>
        <a:off x="1339618" y="4351700"/>
        <a:ext cx="5024605" cy="1159843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EF964B-B517-487A-94E4-66C8C0AEB4FA}">
      <dsp:nvSpPr>
        <dsp:cNvPr id="0" name=""/>
        <dsp:cNvSpPr/>
      </dsp:nvSpPr>
      <dsp:spPr>
        <a:xfrm>
          <a:off x="973190" y="986724"/>
          <a:ext cx="1264141" cy="126414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4900F5-37D6-49B4-8CF2-D3E73D746971}">
      <dsp:nvSpPr>
        <dsp:cNvPr id="0" name=""/>
        <dsp:cNvSpPr/>
      </dsp:nvSpPr>
      <dsp:spPr>
        <a:xfrm>
          <a:off x="1242597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45FCF7-A56D-4743-9144-C2FBACEB7D31}">
      <dsp:nvSpPr>
        <dsp:cNvPr id="0" name=""/>
        <dsp:cNvSpPr/>
      </dsp:nvSpPr>
      <dsp:spPr>
        <a:xfrm>
          <a:off x="569079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Mutual TLS across all inter-service channels.</a:t>
          </a:r>
        </a:p>
      </dsp:txBody>
      <dsp:txXfrm>
        <a:off x="569079" y="2644614"/>
        <a:ext cx="2072362" cy="720000"/>
      </dsp:txXfrm>
    </dsp:sp>
    <dsp:sp modelId="{F5653FA6-24B5-4B3A-80D0-30D735BC489A}">
      <dsp:nvSpPr>
        <dsp:cNvPr id="0" name=""/>
        <dsp:cNvSpPr/>
      </dsp:nvSpPr>
      <dsp:spPr>
        <a:xfrm>
          <a:off x="3408216" y="986724"/>
          <a:ext cx="1264141" cy="126414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80715A-F9E5-455E-8F87-D3E487E9AF0E}">
      <dsp:nvSpPr>
        <dsp:cNvPr id="0" name=""/>
        <dsp:cNvSpPr/>
      </dsp:nvSpPr>
      <dsp:spPr>
        <a:xfrm>
          <a:off x="3677623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5691A7-3BAA-4073-8F46-A6EBC4B1A871}">
      <dsp:nvSpPr>
        <dsp:cNvPr id="0" name=""/>
        <dsp:cNvSpPr/>
      </dsp:nvSpPr>
      <dsp:spPr>
        <a:xfrm>
          <a:off x="3004105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Role-based access via Kafka ACLs &amp; gRPC interceptors.</a:t>
          </a:r>
        </a:p>
      </dsp:txBody>
      <dsp:txXfrm>
        <a:off x="3004105" y="2644614"/>
        <a:ext cx="2072362" cy="720000"/>
      </dsp:txXfrm>
    </dsp:sp>
    <dsp:sp modelId="{04B840A1-7C73-44BE-83DD-12B7B6BC9FC1}">
      <dsp:nvSpPr>
        <dsp:cNvPr id="0" name=""/>
        <dsp:cNvSpPr/>
      </dsp:nvSpPr>
      <dsp:spPr>
        <a:xfrm>
          <a:off x="5843242" y="986724"/>
          <a:ext cx="1264141" cy="126414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C012CF-D827-4EF0-82BD-180FB1046FFC}">
      <dsp:nvSpPr>
        <dsp:cNvPr id="0" name=""/>
        <dsp:cNvSpPr/>
      </dsp:nvSpPr>
      <dsp:spPr>
        <a:xfrm>
          <a:off x="6112649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A6AFDF-9041-4BEE-857D-28D8C6CADEFE}">
      <dsp:nvSpPr>
        <dsp:cNvPr id="0" name=""/>
        <dsp:cNvSpPr/>
      </dsp:nvSpPr>
      <dsp:spPr>
        <a:xfrm>
          <a:off x="5439131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Audit trails: timestamp, host, checksum per prediction.</a:t>
          </a:r>
        </a:p>
      </dsp:txBody>
      <dsp:txXfrm>
        <a:off x="5439131" y="2644614"/>
        <a:ext cx="2072362" cy="720000"/>
      </dsp:txXfrm>
    </dsp:sp>
    <dsp:sp modelId="{BC3F4A14-D5DA-4069-B8CA-9C0492CE3BF8}">
      <dsp:nvSpPr>
        <dsp:cNvPr id="0" name=""/>
        <dsp:cNvSpPr/>
      </dsp:nvSpPr>
      <dsp:spPr>
        <a:xfrm>
          <a:off x="8278268" y="986724"/>
          <a:ext cx="1264141" cy="126414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5897D2-E136-43AF-A885-114166A672FF}">
      <dsp:nvSpPr>
        <dsp:cNvPr id="0" name=""/>
        <dsp:cNvSpPr/>
      </dsp:nvSpPr>
      <dsp:spPr>
        <a:xfrm>
          <a:off x="8547675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23AF99-AF92-43A3-A013-A56E46DE94D5}">
      <dsp:nvSpPr>
        <dsp:cNvPr id="0" name=""/>
        <dsp:cNvSpPr/>
      </dsp:nvSpPr>
      <dsp:spPr>
        <a:xfrm>
          <a:off x="7874157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Auto-healing via Kubernetes liveness &amp; readiness probes.</a:t>
          </a:r>
        </a:p>
      </dsp:txBody>
      <dsp:txXfrm>
        <a:off x="7874157" y="2644614"/>
        <a:ext cx="2072362" cy="72000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4C66B4-C1DC-4348-B5B1-1EAEFB3AEC3F}">
      <dsp:nvSpPr>
        <dsp:cNvPr id="0" name=""/>
        <dsp:cNvSpPr/>
      </dsp:nvSpPr>
      <dsp:spPr>
        <a:xfrm>
          <a:off x="205" y="781007"/>
          <a:ext cx="2477840" cy="297340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756" tIns="0" rIns="244756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Hardware constraints → abstracted capture layer.</a:t>
          </a:r>
        </a:p>
      </dsp:txBody>
      <dsp:txXfrm>
        <a:off x="205" y="1970371"/>
        <a:ext cx="2477840" cy="1784045"/>
      </dsp:txXfrm>
    </dsp:sp>
    <dsp:sp modelId="{65EC5398-E136-7442-BC8A-879DE4AE416D}">
      <dsp:nvSpPr>
        <dsp:cNvPr id="0" name=""/>
        <dsp:cNvSpPr/>
      </dsp:nvSpPr>
      <dsp:spPr>
        <a:xfrm>
          <a:off x="205" y="781007"/>
          <a:ext cx="2477840" cy="1189363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756" tIns="165100" rIns="244756" bIns="16510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01</a:t>
          </a:r>
        </a:p>
      </dsp:txBody>
      <dsp:txXfrm>
        <a:off x="205" y="781007"/>
        <a:ext cx="2477840" cy="1189363"/>
      </dsp:txXfrm>
    </dsp:sp>
    <dsp:sp modelId="{CB6501D7-4AB0-984C-A089-786E528E606E}">
      <dsp:nvSpPr>
        <dsp:cNvPr id="0" name=""/>
        <dsp:cNvSpPr/>
      </dsp:nvSpPr>
      <dsp:spPr>
        <a:xfrm>
          <a:off x="2676273" y="781007"/>
          <a:ext cx="2477840" cy="297340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756" tIns="0" rIns="244756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Class imbalance → SMOTE variants &amp; ensemble blending.</a:t>
          </a:r>
        </a:p>
      </dsp:txBody>
      <dsp:txXfrm>
        <a:off x="2676273" y="1970371"/>
        <a:ext cx="2477840" cy="1784045"/>
      </dsp:txXfrm>
    </dsp:sp>
    <dsp:sp modelId="{FF79BFDE-0327-AD4D-80F9-78FFD0CF09EC}">
      <dsp:nvSpPr>
        <dsp:cNvPr id="0" name=""/>
        <dsp:cNvSpPr/>
      </dsp:nvSpPr>
      <dsp:spPr>
        <a:xfrm>
          <a:off x="2676273" y="781007"/>
          <a:ext cx="2477840" cy="1189363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756" tIns="165100" rIns="244756" bIns="16510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02</a:t>
          </a:r>
        </a:p>
      </dsp:txBody>
      <dsp:txXfrm>
        <a:off x="2676273" y="781007"/>
        <a:ext cx="2477840" cy="1189363"/>
      </dsp:txXfrm>
    </dsp:sp>
    <dsp:sp modelId="{7277C311-FCC5-3040-8602-467E0CEAF341}">
      <dsp:nvSpPr>
        <dsp:cNvPr id="0" name=""/>
        <dsp:cNvSpPr/>
      </dsp:nvSpPr>
      <dsp:spPr>
        <a:xfrm>
          <a:off x="5352341" y="781007"/>
          <a:ext cx="2477840" cy="297340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756" tIns="0" rIns="244756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Time-zone coordination → async stand-ups &amp; MR templates.</a:t>
          </a:r>
        </a:p>
      </dsp:txBody>
      <dsp:txXfrm>
        <a:off x="5352341" y="1970371"/>
        <a:ext cx="2477840" cy="1784045"/>
      </dsp:txXfrm>
    </dsp:sp>
    <dsp:sp modelId="{30A3A422-25E0-5946-9D06-265A79BC16BE}">
      <dsp:nvSpPr>
        <dsp:cNvPr id="0" name=""/>
        <dsp:cNvSpPr/>
      </dsp:nvSpPr>
      <dsp:spPr>
        <a:xfrm>
          <a:off x="5352341" y="781007"/>
          <a:ext cx="2477840" cy="1189363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756" tIns="165100" rIns="244756" bIns="16510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03</a:t>
          </a:r>
        </a:p>
      </dsp:txBody>
      <dsp:txXfrm>
        <a:off x="5352341" y="781007"/>
        <a:ext cx="2477840" cy="1189363"/>
      </dsp:txXfrm>
    </dsp:sp>
    <dsp:sp modelId="{BE259662-8544-5F46-A532-DD31ACE81972}">
      <dsp:nvSpPr>
        <dsp:cNvPr id="0" name=""/>
        <dsp:cNvSpPr/>
      </dsp:nvSpPr>
      <dsp:spPr>
        <a:xfrm>
          <a:off x="8028409" y="781007"/>
          <a:ext cx="2477840" cy="297340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756" tIns="0" rIns="244756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Dataset drift → scheduled retraining pipeline bi-weekly.</a:t>
          </a:r>
        </a:p>
      </dsp:txBody>
      <dsp:txXfrm>
        <a:off x="8028409" y="1970371"/>
        <a:ext cx="2477840" cy="1784045"/>
      </dsp:txXfrm>
    </dsp:sp>
    <dsp:sp modelId="{1D736524-3BA8-BC46-BB3E-9D3713EE114C}">
      <dsp:nvSpPr>
        <dsp:cNvPr id="0" name=""/>
        <dsp:cNvSpPr/>
      </dsp:nvSpPr>
      <dsp:spPr>
        <a:xfrm>
          <a:off x="8028409" y="781007"/>
          <a:ext cx="2477840" cy="1189363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756" tIns="165100" rIns="244756" bIns="16510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04</a:t>
          </a:r>
        </a:p>
      </dsp:txBody>
      <dsp:txXfrm>
        <a:off x="8028409" y="781007"/>
        <a:ext cx="2477840" cy="1189363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C6656C-FC56-4036-9A91-B0891170BBAD}">
      <dsp:nvSpPr>
        <dsp:cNvPr id="0" name=""/>
        <dsp:cNvSpPr/>
      </dsp:nvSpPr>
      <dsp:spPr>
        <a:xfrm>
          <a:off x="973190" y="986724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2E155B-D048-449D-8762-A98328F73E9B}">
      <dsp:nvSpPr>
        <dsp:cNvPr id="0" name=""/>
        <dsp:cNvSpPr/>
      </dsp:nvSpPr>
      <dsp:spPr>
        <a:xfrm>
          <a:off x="1242597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A97325-8B89-4DEA-B5A2-EDA592398254}">
      <dsp:nvSpPr>
        <dsp:cNvPr id="0" name=""/>
        <dsp:cNvSpPr/>
      </dsp:nvSpPr>
      <dsp:spPr>
        <a:xfrm>
          <a:off x="569079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Deploy gRPC micro-service exposing Predict(stream FlowBatch) RPC.</a:t>
          </a:r>
        </a:p>
      </dsp:txBody>
      <dsp:txXfrm>
        <a:off x="569079" y="2644614"/>
        <a:ext cx="2072362" cy="720000"/>
      </dsp:txXfrm>
    </dsp:sp>
    <dsp:sp modelId="{AD15D7F5-F53B-4C2F-900D-85CDE173A5CC}">
      <dsp:nvSpPr>
        <dsp:cNvPr id="0" name=""/>
        <dsp:cNvSpPr/>
      </dsp:nvSpPr>
      <dsp:spPr>
        <a:xfrm>
          <a:off x="3408216" y="986724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63CF60-3626-44F0-8C49-B00286C7A321}">
      <dsp:nvSpPr>
        <dsp:cNvPr id="0" name=""/>
        <dsp:cNvSpPr/>
      </dsp:nvSpPr>
      <dsp:spPr>
        <a:xfrm>
          <a:off x="3677623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75433B-F1CC-4F01-B751-0A74195B9B1E}">
      <dsp:nvSpPr>
        <dsp:cNvPr id="0" name=""/>
        <dsp:cNvSpPr/>
      </dsp:nvSpPr>
      <dsp:spPr>
        <a:xfrm>
          <a:off x="3004105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Add REST gateway for legacy HTTP clients + OpenAPI spec.</a:t>
          </a:r>
        </a:p>
      </dsp:txBody>
      <dsp:txXfrm>
        <a:off x="3004105" y="2644614"/>
        <a:ext cx="2072362" cy="720000"/>
      </dsp:txXfrm>
    </dsp:sp>
    <dsp:sp modelId="{2F45BD1D-7F70-47A4-977E-19D02A9113EE}">
      <dsp:nvSpPr>
        <dsp:cNvPr id="0" name=""/>
        <dsp:cNvSpPr/>
      </dsp:nvSpPr>
      <dsp:spPr>
        <a:xfrm>
          <a:off x="5843242" y="986724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5972FF-379E-4BCE-BC38-567FB8EBA7F7}">
      <dsp:nvSpPr>
        <dsp:cNvPr id="0" name=""/>
        <dsp:cNvSpPr/>
      </dsp:nvSpPr>
      <dsp:spPr>
        <a:xfrm>
          <a:off x="6112649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B5F317-9825-422E-A597-154297A8B12B}">
      <dsp:nvSpPr>
        <dsp:cNvPr id="0" name=""/>
        <dsp:cNvSpPr/>
      </dsp:nvSpPr>
      <dsp:spPr>
        <a:xfrm>
          <a:off x="5439131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JWT bearer tokens w/ refresh + rate-limit (burst 50 req/s).</a:t>
          </a:r>
        </a:p>
      </dsp:txBody>
      <dsp:txXfrm>
        <a:off x="5439131" y="2644614"/>
        <a:ext cx="2072362" cy="720000"/>
      </dsp:txXfrm>
    </dsp:sp>
    <dsp:sp modelId="{5EFFD822-ED42-4F14-93CB-88183809DEFE}">
      <dsp:nvSpPr>
        <dsp:cNvPr id="0" name=""/>
        <dsp:cNvSpPr/>
      </dsp:nvSpPr>
      <dsp:spPr>
        <a:xfrm>
          <a:off x="8278268" y="986724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3B4455-DCBD-4072-A446-CF9244E63AA6}">
      <dsp:nvSpPr>
        <dsp:cNvPr id="0" name=""/>
        <dsp:cNvSpPr/>
      </dsp:nvSpPr>
      <dsp:spPr>
        <a:xfrm>
          <a:off x="8547675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95E9A6-FF11-4EE8-AFC1-BE9AF85F215E}">
      <dsp:nvSpPr>
        <dsp:cNvPr id="0" name=""/>
        <dsp:cNvSpPr/>
      </dsp:nvSpPr>
      <dsp:spPr>
        <a:xfrm>
          <a:off x="7874157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Objective: 200 ms p99 inference including network hop.</a:t>
          </a:r>
        </a:p>
      </dsp:txBody>
      <dsp:txXfrm>
        <a:off x="7874157" y="2644614"/>
        <a:ext cx="2072362" cy="720000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7211AA-05EC-41E7-A68A-77C83472B0E7}">
      <dsp:nvSpPr>
        <dsp:cNvPr id="0" name=""/>
        <dsp:cNvSpPr/>
      </dsp:nvSpPr>
      <dsp:spPr>
        <a:xfrm>
          <a:off x="0" y="231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596C8E-F7F5-4A74-86EA-54828EC36866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D3E89D-D694-4AE8-BE0C-2C58D726EDB1}">
      <dsp:nvSpPr>
        <dsp:cNvPr id="0" name=""/>
        <dsp:cNvSpPr/>
      </dsp:nvSpPr>
      <dsp:spPr>
        <a:xfrm>
          <a:off x="1357965" y="231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GitLab pipeline: unit-test → security scan → docker-build.</a:t>
          </a:r>
        </a:p>
      </dsp:txBody>
      <dsp:txXfrm>
        <a:off x="1357965" y="2319"/>
        <a:ext cx="4887299" cy="1175727"/>
      </dsp:txXfrm>
    </dsp:sp>
    <dsp:sp modelId="{C7E7A678-CD53-42BB-9ACC-8AA8899AE16A}">
      <dsp:nvSpPr>
        <dsp:cNvPr id="0" name=""/>
        <dsp:cNvSpPr/>
      </dsp:nvSpPr>
      <dsp:spPr>
        <a:xfrm>
          <a:off x="0" y="147197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4C7DA7-986E-4D7E-A312-107FA1D3715D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065332-90FE-4622-83B8-334B17EEDC52}">
      <dsp:nvSpPr>
        <dsp:cNvPr id="0" name=""/>
        <dsp:cNvSpPr/>
      </dsp:nvSpPr>
      <dsp:spPr>
        <a:xfrm>
          <a:off x="1357965" y="147197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Snyk &amp; Trivy scans on every merge request &amp; nightly.</a:t>
          </a:r>
        </a:p>
      </dsp:txBody>
      <dsp:txXfrm>
        <a:off x="1357965" y="1471979"/>
        <a:ext cx="4887299" cy="1175727"/>
      </dsp:txXfrm>
    </dsp:sp>
    <dsp:sp modelId="{F3728FD7-9FE7-4A0E-9745-F7E9A108F64A}">
      <dsp:nvSpPr>
        <dsp:cNvPr id="0" name=""/>
        <dsp:cNvSpPr/>
      </dsp:nvSpPr>
      <dsp:spPr>
        <a:xfrm>
          <a:off x="0" y="294163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07AC64-BFD4-4359-84A1-78B656527CCB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BF6220-FABD-4E1D-8521-10C28C0947C8}">
      <dsp:nvSpPr>
        <dsp:cNvPr id="0" name=""/>
        <dsp:cNvSpPr/>
      </dsp:nvSpPr>
      <dsp:spPr>
        <a:xfrm>
          <a:off x="1357965" y="294163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Helm charts manage Kubernetes releases (blue/green).</a:t>
          </a:r>
        </a:p>
      </dsp:txBody>
      <dsp:txXfrm>
        <a:off x="1357965" y="2941639"/>
        <a:ext cx="4887299" cy="1175727"/>
      </dsp:txXfrm>
    </dsp:sp>
    <dsp:sp modelId="{F9BD0103-DE56-4924-94C7-8F1B4868A7AD}">
      <dsp:nvSpPr>
        <dsp:cNvPr id="0" name=""/>
        <dsp:cNvSpPr/>
      </dsp:nvSpPr>
      <dsp:spPr>
        <a:xfrm>
          <a:off x="0" y="441129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317CEB-4328-4223-8952-5C03BE3B1471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8CEA8C-D926-4BB6-8BCE-940375636D1E}">
      <dsp:nvSpPr>
        <dsp:cNvPr id="0" name=""/>
        <dsp:cNvSpPr/>
      </dsp:nvSpPr>
      <dsp:spPr>
        <a:xfrm>
          <a:off x="1357965" y="441129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Rollback in &lt; 30 s via versioned manifest history.</a:t>
          </a:r>
        </a:p>
      </dsp:txBody>
      <dsp:txXfrm>
        <a:off x="1357965" y="4411299"/>
        <a:ext cx="4887299" cy="1175727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A32FFF-6B3F-4C73-8220-479B74763852}">
      <dsp:nvSpPr>
        <dsp:cNvPr id="0" name=""/>
        <dsp:cNvSpPr/>
      </dsp:nvSpPr>
      <dsp:spPr>
        <a:xfrm>
          <a:off x="973190" y="986724"/>
          <a:ext cx="1264141" cy="126414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370385-54DB-482A-A56B-3351EF8FA10F}">
      <dsp:nvSpPr>
        <dsp:cNvPr id="0" name=""/>
        <dsp:cNvSpPr/>
      </dsp:nvSpPr>
      <dsp:spPr>
        <a:xfrm>
          <a:off x="1242597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111881-F085-485C-B86D-79B99CD8550B}">
      <dsp:nvSpPr>
        <dsp:cNvPr id="0" name=""/>
        <dsp:cNvSpPr/>
      </dsp:nvSpPr>
      <dsp:spPr>
        <a:xfrm>
          <a:off x="569079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Prototype meets detection accuracy &amp; latency targets.</a:t>
          </a:r>
        </a:p>
      </dsp:txBody>
      <dsp:txXfrm>
        <a:off x="569079" y="2644614"/>
        <a:ext cx="2072362" cy="720000"/>
      </dsp:txXfrm>
    </dsp:sp>
    <dsp:sp modelId="{2949CB7A-D655-40CA-8A41-9CDDD6C2DC2C}">
      <dsp:nvSpPr>
        <dsp:cNvPr id="0" name=""/>
        <dsp:cNvSpPr/>
      </dsp:nvSpPr>
      <dsp:spPr>
        <a:xfrm>
          <a:off x="3408216" y="986724"/>
          <a:ext cx="1264141" cy="126414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39C980-1635-458A-B0A0-3085316B17A9}">
      <dsp:nvSpPr>
        <dsp:cNvPr id="0" name=""/>
        <dsp:cNvSpPr/>
      </dsp:nvSpPr>
      <dsp:spPr>
        <a:xfrm>
          <a:off x="3677623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3BFEC0-D433-4421-8850-48D1541D0FAD}">
      <dsp:nvSpPr>
        <dsp:cNvPr id="0" name=""/>
        <dsp:cNvSpPr/>
      </dsp:nvSpPr>
      <dsp:spPr>
        <a:xfrm>
          <a:off x="3004105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Modular design facilitates deployment across varied infra.</a:t>
          </a:r>
        </a:p>
      </dsp:txBody>
      <dsp:txXfrm>
        <a:off x="3004105" y="2644614"/>
        <a:ext cx="2072362" cy="720000"/>
      </dsp:txXfrm>
    </dsp:sp>
    <dsp:sp modelId="{E0A387DC-3D7C-452F-A9E7-1E15F618944F}">
      <dsp:nvSpPr>
        <dsp:cNvPr id="0" name=""/>
        <dsp:cNvSpPr/>
      </dsp:nvSpPr>
      <dsp:spPr>
        <a:xfrm>
          <a:off x="5843242" y="986724"/>
          <a:ext cx="1264141" cy="126414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0537FB-D9F4-45D8-A29B-7ABA124FAE08}">
      <dsp:nvSpPr>
        <dsp:cNvPr id="0" name=""/>
        <dsp:cNvSpPr/>
      </dsp:nvSpPr>
      <dsp:spPr>
        <a:xfrm>
          <a:off x="6112649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174894-80A1-4151-B3AD-6C99F291B2F2}">
      <dsp:nvSpPr>
        <dsp:cNvPr id="0" name=""/>
        <dsp:cNvSpPr/>
      </dsp:nvSpPr>
      <dsp:spPr>
        <a:xfrm>
          <a:off x="5439131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Foundation set for production SOC integration phase-II.</a:t>
          </a:r>
        </a:p>
      </dsp:txBody>
      <dsp:txXfrm>
        <a:off x="5439131" y="2644614"/>
        <a:ext cx="2072362" cy="720000"/>
      </dsp:txXfrm>
    </dsp:sp>
    <dsp:sp modelId="{3A5AD177-4126-4559-A787-CFB02B679113}">
      <dsp:nvSpPr>
        <dsp:cNvPr id="0" name=""/>
        <dsp:cNvSpPr/>
      </dsp:nvSpPr>
      <dsp:spPr>
        <a:xfrm>
          <a:off x="8278268" y="986724"/>
          <a:ext cx="1264141" cy="126414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8F4972-9BA1-45B9-8711-3DCD87FE3DC0}">
      <dsp:nvSpPr>
        <dsp:cNvPr id="0" name=""/>
        <dsp:cNvSpPr/>
      </dsp:nvSpPr>
      <dsp:spPr>
        <a:xfrm>
          <a:off x="8547675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C07A7B-6822-4327-8877-21360BA1F41C}">
      <dsp:nvSpPr>
        <dsp:cNvPr id="0" name=""/>
        <dsp:cNvSpPr/>
      </dsp:nvSpPr>
      <dsp:spPr>
        <a:xfrm>
          <a:off x="7874157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Demonstrates internship value &amp; research contribution.</a:t>
          </a:r>
        </a:p>
      </dsp:txBody>
      <dsp:txXfrm>
        <a:off x="7874157" y="2644614"/>
        <a:ext cx="207236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tock numbers on a digital display">
            <a:extLst>
              <a:ext uri="{FF2B5EF4-FFF2-40B4-BE49-F238E27FC236}">
                <a16:creationId xmlns:a16="http://schemas.microsoft.com/office/drawing/2014/main" id="{4F65BC3E-ECCB-B1C3-8A37-3DE4B7A0DB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020"/>
          <a:stretch>
            <a:fillRect/>
          </a:stretch>
        </p:blipFill>
        <p:spPr>
          <a:xfrm>
            <a:off x="20" y="-7619"/>
            <a:ext cx="12191979" cy="68873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063219" y="-1252908"/>
            <a:ext cx="4065561" cy="12192000"/>
          </a:xfrm>
          <a:prstGeom prst="rect">
            <a:avLst/>
          </a:prstGeom>
          <a:gradFill flip="none" rotWithShape="1">
            <a:gsLst>
              <a:gs pos="17000">
                <a:srgbClr val="000000">
                  <a:alpha val="59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2CB243-67C5-E304-31A0-4D7D607BA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464116" y="322049"/>
            <a:ext cx="3067943" cy="2408606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2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A95761-C93E-94BF-087D-D2A823789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0392" y="4172881"/>
            <a:ext cx="7154743" cy="2702991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52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9029" y="1936866"/>
            <a:ext cx="4849044" cy="2839273"/>
          </a:xfrm>
        </p:spPr>
        <p:txBody>
          <a:bodyPr>
            <a:normAutofit/>
          </a:bodyPr>
          <a:lstStyle/>
          <a:p>
            <a:pPr algn="l"/>
            <a:r>
              <a:rPr lang="en-US" sz="3600">
                <a:solidFill>
                  <a:srgbClr val="FFFFFF"/>
                </a:solidFill>
              </a:rPr>
              <a:t>Real-Time Cybersecurity Attack Monitoring and Detection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9028" y="4873600"/>
            <a:ext cx="4849044" cy="1183602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endParaRPr lang="en-US" sz="1300">
              <a:solidFill>
                <a:srgbClr val="FFFFFF"/>
              </a:solidFill>
            </a:endParaRPr>
          </a:p>
          <a:p>
            <a:pPr algn="l">
              <a:lnSpc>
                <a:spcPct val="90000"/>
              </a:lnSpc>
              <a:defRPr sz="2000"/>
            </a:pPr>
            <a:r>
              <a:rPr lang="en-US" sz="1300">
                <a:solidFill>
                  <a:srgbClr val="FFFFFF"/>
                </a:solidFill>
              </a:rPr>
              <a:t>Project Presentation</a:t>
            </a:r>
          </a:p>
          <a:p>
            <a:pPr algn="l">
              <a:lnSpc>
                <a:spcPct val="90000"/>
              </a:lnSpc>
              <a:defRPr sz="2000"/>
            </a:pPr>
            <a:r>
              <a:rPr lang="en-US" sz="1300">
                <a:solidFill>
                  <a:srgbClr val="FFFFFF"/>
                </a:solidFill>
              </a:rPr>
              <a:t>Nikunj Gupta | 2023A7PS0229U</a:t>
            </a:r>
          </a:p>
          <a:p>
            <a:pPr algn="l">
              <a:lnSpc>
                <a:spcPct val="90000"/>
              </a:lnSpc>
              <a:defRPr sz="2000"/>
            </a:pPr>
            <a:r>
              <a:rPr lang="en-US" sz="1300">
                <a:solidFill>
                  <a:srgbClr val="FFFFFF"/>
                </a:solidFill>
              </a:rPr>
              <a:t>Leo Technosoft, Pune | BITS Pilani Dubai</a:t>
            </a:r>
          </a:p>
          <a:p>
            <a:pPr algn="l">
              <a:lnSpc>
                <a:spcPct val="90000"/>
              </a:lnSpc>
              <a:defRPr sz="2000"/>
            </a:pPr>
            <a:r>
              <a:rPr lang="en-US" sz="1300">
                <a:solidFill>
                  <a:srgbClr val="FFFFFF"/>
                </a:solidFill>
              </a:rPr>
              <a:t>July 2025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63D1A5-FD49-4756-F62E-786C34E63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06736" y="-7619"/>
            <a:ext cx="995654" cy="6918113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37000">
                <a:schemeClr val="accent5">
                  <a:alpha val="0"/>
                </a:schemeClr>
              </a:gs>
            </a:gsLst>
            <a:lin ang="10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878" y="741391"/>
            <a:ext cx="4491821" cy="1616203"/>
          </a:xfrm>
        </p:spPr>
        <p:txBody>
          <a:bodyPr anchor="b">
            <a:normAutofit/>
          </a:bodyPr>
          <a:lstStyle/>
          <a:p>
            <a:r>
              <a:rPr lang="en-US" sz="3200"/>
              <a:t>Presentation Agenda</a:t>
            </a:r>
          </a:p>
        </p:txBody>
      </p:sp>
      <p:pic>
        <p:nvPicPr>
          <p:cNvPr id="5" name="Picture 4" descr="An abstract design with lines and financial symbols">
            <a:extLst>
              <a:ext uri="{FF2B5EF4-FFF2-40B4-BE49-F238E27FC236}">
                <a16:creationId xmlns:a16="http://schemas.microsoft.com/office/drawing/2014/main" id="{997A24A7-2A7E-7AF3-F835-0AA506CD27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999" r="20890"/>
          <a:stretch>
            <a:fillRect/>
          </a:stretch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3878" y="2533476"/>
            <a:ext cx="4491820" cy="3447832"/>
          </a:xfrm>
        </p:spPr>
        <p:txBody>
          <a:bodyPr anchor="t">
            <a:normAutofit/>
          </a:bodyPr>
          <a:lstStyle/>
          <a:p>
            <a:endParaRPr lang="en-US" sz="2000"/>
          </a:p>
          <a:p>
            <a:pPr>
              <a:defRPr sz="1800"/>
            </a:pPr>
            <a:r>
              <a:rPr lang="en-US" sz="2000"/>
              <a:t>Evolution &amp; Context</a:t>
            </a:r>
          </a:p>
          <a:p>
            <a:pPr>
              <a:defRPr sz="1800"/>
            </a:pPr>
            <a:r>
              <a:rPr lang="en-US" sz="2000"/>
              <a:t>Small-Project Recap &amp; Baseline Metrics</a:t>
            </a:r>
          </a:p>
          <a:p>
            <a:pPr>
              <a:defRPr sz="1800"/>
            </a:pPr>
            <a:r>
              <a:rPr lang="en-US" sz="2000"/>
              <a:t>Mid-Semester Pipeline Overview</a:t>
            </a:r>
          </a:p>
          <a:p>
            <a:pPr>
              <a:defRPr sz="1800"/>
            </a:pPr>
            <a:r>
              <a:rPr lang="en-US" sz="2000"/>
              <a:t>Architecture &amp; Technology Deep Dives</a:t>
            </a:r>
          </a:p>
          <a:p>
            <a:pPr>
              <a:defRPr sz="1800"/>
            </a:pPr>
            <a:r>
              <a:rPr lang="en-US" sz="2000"/>
              <a:t>Results &amp; Evaluation</a:t>
            </a:r>
          </a:p>
          <a:p>
            <a:pPr>
              <a:defRPr sz="1800"/>
            </a:pPr>
            <a:r>
              <a:rPr lang="en-US" sz="2000"/>
              <a:t>Security, Challenges, Lessons</a:t>
            </a:r>
          </a:p>
          <a:p>
            <a:pPr>
              <a:defRPr sz="1800"/>
            </a:pPr>
            <a:r>
              <a:rPr lang="en-US" sz="2000"/>
              <a:t>Future Roadmap &amp; Impact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Project Evolution &amp; Context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F014AD8-7BB0-FB80-A24B-988DAD5102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7963203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Small Project Foundation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0BB80F-A87A-AEA7-F9CA-363E6437C3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0600518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5600"/>
              <a:t>Performance Snapshot – Small Project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85B83D0-1269-0834-CE89-2C6A416BEC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754941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Mid-Semester Project Overview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E765C3B-0F26-E269-4F9C-81EAC69FF8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2077645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EF980F0-0D43-4EA5-0F75-0B16CCF813F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50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System Architecture Design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C43B25E-CC98-3D65-7E97-F6517B6585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003299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Technology Stack Deep Dive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8F543C-286C-D350-25B2-8942392D08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22421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anchor="ctr">
            <a:normAutofit/>
          </a:bodyPr>
          <a:lstStyle/>
          <a:p>
            <a:r>
              <a:rPr lang="en-US" sz="4000"/>
              <a:t>Machine Learning Pipeline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F874317-8161-2847-8D96-5F65992FD4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2357152"/>
              </p:ext>
            </p:extLst>
          </p:nvPr>
        </p:nvGraphicFramePr>
        <p:xfrm>
          <a:off x="838200" y="1737360"/>
          <a:ext cx="10506456" cy="4535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Packet Capture Layer Evolution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B0CB5DC-74C9-253E-DF6B-9EDD43E434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469600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/>
              <a:t>DPDK Implementation Details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17AC662-B057-0022-5AE5-FC9992E475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248381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Scapy Integration Strategy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8EBAB0C-730E-228B-7222-494A021072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2315748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Apache Kafka Streaming Architecture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8D80616-5BF1-8ACD-D0AA-625F96AE04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7677840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Kafka Integration with Job Server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138F488-AAA6-CD18-CC62-146F57E224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1470552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Feature Extraction and Processing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endParaRPr lang="en-US"/>
          </a:p>
          <a:p>
            <a:pPr>
              <a:defRPr sz="1800"/>
            </a:pPr>
            <a:r>
              <a:rPr lang="en-US"/>
              <a:t>Metrics: flow_duration, packet_rate, byte_rate, tcp_flag_ratio, inter_arrival_var, header_entropy, … (25 total).</a:t>
            </a:r>
          </a:p>
          <a:p>
            <a:pPr>
              <a:defRPr sz="1800"/>
            </a:pPr>
            <a:r>
              <a:rPr lang="en-US"/>
              <a:t>Sliding-window aggregation (5 s) provides temporal context.</a:t>
            </a:r>
          </a:p>
          <a:p>
            <a:pPr>
              <a:defRPr sz="1800"/>
            </a:pPr>
            <a:r>
              <a:rPr lang="en-US"/>
              <a:t>JSON serialization keeps messages human-readable.</a:t>
            </a:r>
          </a:p>
          <a:p>
            <a:pPr>
              <a:defRPr sz="1800"/>
            </a:pPr>
            <a:r>
              <a:rPr lang="en-US"/>
              <a:t>Median extraction latency: 4 ms per flow.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Ensemble Learning Implementation</a:t>
            </a:r>
          </a:p>
        </p:txBody>
      </p:sp>
      <p:sp>
        <p:nvSpPr>
          <p:cNvPr id="14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31FE6ABB-1774-79AF-9C2F-78161607AF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7228637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Results and Performance Metrics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8260250-485A-D503-6C67-219F76552E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6867513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Security and Reliability Features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289777B-EA0D-B8D3-76E1-2407140F7C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4700557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anchor="ctr">
            <a:normAutofit/>
          </a:bodyPr>
          <a:lstStyle/>
          <a:p>
            <a:r>
              <a:rPr lang="en-US" sz="4000"/>
              <a:t>Challenges and Solutions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E01BE0C-542A-D1EC-5F17-3BCA8A6A3D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2599487"/>
              </p:ext>
            </p:extLst>
          </p:nvPr>
        </p:nvGraphicFramePr>
        <p:xfrm>
          <a:off x="838200" y="1737360"/>
          <a:ext cx="10506456" cy="4535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Future Work – API Encapsulation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5A3BB52-4DFA-9E21-49E5-5C1C9426FA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1462396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8000"/>
              <a:t>Future Work – CI/CD and DevOps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F77F2DF-2E63-89AD-9F5E-7E8230FF0A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9441652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Conclusions and Impact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8712E88-37D1-E241-225E-233064262D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2593387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r>
              <a:rPr lang="en-US" sz="5600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pPr>
              <a:defRPr sz="1800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GitHub: github.com/Nikunj-Gupta-1/Model_trainer</a:t>
            </a:r>
          </a:p>
          <a:p>
            <a:pPr>
              <a:defRPr sz="1800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Web Demo: https://nikunj-s--ml-trainermodel-final.streamlit.app</a:t>
            </a:r>
          </a:p>
          <a:p>
            <a:pPr>
              <a:defRPr sz="1800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Email: 2023A7PS0229U@dubai.bits-pilani.ac.in</a:t>
            </a:r>
          </a:p>
          <a:p>
            <a:pPr>
              <a:defRPr sz="1800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Open floor for Q&amp;A</a:t>
            </a: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1010</Words>
  <Application>Microsoft Macintosh PowerPoint</Application>
  <PresentationFormat>Widescreen</PresentationFormat>
  <Paragraphs>134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Real-Time Cybersecurity Attack Monitoring and Detection Using Machine Learning</vt:lpstr>
      <vt:lpstr>Presentation Agenda</vt:lpstr>
      <vt:lpstr>Project Evolution &amp; Context</vt:lpstr>
      <vt:lpstr>Small Project Foundation</vt:lpstr>
      <vt:lpstr>Performance Snapshot – Small Project</vt:lpstr>
      <vt:lpstr>Mid-Semester Project Overview</vt:lpstr>
      <vt:lpstr>System Architecture Design</vt:lpstr>
      <vt:lpstr>Technology Stack Deep Dive</vt:lpstr>
      <vt:lpstr>Machine Learning Pipeline</vt:lpstr>
      <vt:lpstr>Packet Capture Layer Evolution</vt:lpstr>
      <vt:lpstr>DPDK Implementation Details</vt:lpstr>
      <vt:lpstr>Scapy Integration Strategy</vt:lpstr>
      <vt:lpstr>Apache Kafka Streaming Architecture</vt:lpstr>
      <vt:lpstr>Kafka Integration with Job Server</vt:lpstr>
      <vt:lpstr>Feature Extraction and Processing</vt:lpstr>
      <vt:lpstr>Ensemble Learning Implementation</vt:lpstr>
      <vt:lpstr>Results and Performance Metrics</vt:lpstr>
      <vt:lpstr>Security and Reliability Features</vt:lpstr>
      <vt:lpstr>Challenges and Solutions</vt:lpstr>
      <vt:lpstr>Future Work – API Encapsulation</vt:lpstr>
      <vt:lpstr>Future Work – CI/CD and DevOps</vt:lpstr>
      <vt:lpstr>Conclusions and Impact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nikunj gupta</cp:lastModifiedBy>
  <cp:revision>4</cp:revision>
  <dcterms:created xsi:type="dcterms:W3CDTF">2013-01-27T09:14:16Z</dcterms:created>
  <dcterms:modified xsi:type="dcterms:W3CDTF">2025-07-10T04:09:41Z</dcterms:modified>
  <cp:category/>
</cp:coreProperties>
</file>