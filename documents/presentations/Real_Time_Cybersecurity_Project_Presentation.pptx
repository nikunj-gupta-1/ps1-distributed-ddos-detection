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928" y="4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31.png"/><Relationship Id="rId7" Type="http://schemas.openxmlformats.org/officeDocument/2006/relationships/image" Target="../media/image49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32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31.png"/><Relationship Id="rId7" Type="http://schemas.openxmlformats.org/officeDocument/2006/relationships/image" Target="../media/image49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32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19312E-C2E5-44B8-A847-684B63A4820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5CD001-E049-415A-8244-406F0D347F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DDoS attacks demand sub-second detection and response.</a:t>
          </a:r>
        </a:p>
      </dgm:t>
    </dgm:pt>
    <dgm:pt modelId="{6891E82D-0F2B-4FD9-B76C-9FFE617F2578}" type="parTrans" cxnId="{DDB45BEA-20D6-48C6-9FB8-0929EFD7EC75}">
      <dgm:prSet/>
      <dgm:spPr/>
      <dgm:t>
        <a:bodyPr/>
        <a:lstStyle/>
        <a:p>
          <a:endParaRPr lang="en-US"/>
        </a:p>
      </dgm:t>
    </dgm:pt>
    <dgm:pt modelId="{0BF11FF9-85E0-441F-B550-6381D8BED4F7}" type="sibTrans" cxnId="{DDB45BEA-20D6-48C6-9FB8-0929EFD7EC75}">
      <dgm:prSet/>
      <dgm:spPr/>
      <dgm:t>
        <a:bodyPr/>
        <a:lstStyle/>
        <a:p>
          <a:endParaRPr lang="en-US"/>
        </a:p>
      </dgm:t>
    </dgm:pt>
    <dgm:pt modelId="{ED6EF559-0EE5-482E-A169-CC0ADA4CE5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Pipeline ingests raw packets → extracts 28 flow features → ensemble ML classifier.</a:t>
          </a:r>
        </a:p>
      </dgm:t>
    </dgm:pt>
    <dgm:pt modelId="{B8C6EAF5-A3A2-4B06-99E1-7C29A3242595}" type="parTrans" cxnId="{9FCFF1C1-2C49-43B3-9672-59D02DBD8338}">
      <dgm:prSet/>
      <dgm:spPr/>
      <dgm:t>
        <a:bodyPr/>
        <a:lstStyle/>
        <a:p>
          <a:endParaRPr lang="en-US"/>
        </a:p>
      </dgm:t>
    </dgm:pt>
    <dgm:pt modelId="{E4177A3A-430C-4160-AABC-23C7BBC53DC9}" type="sibTrans" cxnId="{9FCFF1C1-2C49-43B3-9672-59D02DBD8338}">
      <dgm:prSet/>
      <dgm:spPr/>
      <dgm:t>
        <a:bodyPr/>
        <a:lstStyle/>
        <a:p>
          <a:endParaRPr lang="en-US"/>
        </a:p>
      </dgm:t>
    </dgm:pt>
    <dgm:pt modelId="{0A495F36-4E11-4FA5-8E03-3F0B1F841D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Achieves 2.0 Gbps capture, &lt;120 ms latency, 99% accuracy on CIC-DDoS-2019 dataset.</a:t>
          </a:r>
        </a:p>
      </dgm:t>
    </dgm:pt>
    <dgm:pt modelId="{D7E00C0B-B92B-4655-B836-BC9D883AB9B9}" type="parTrans" cxnId="{C7036D14-2EF3-4114-97C7-8D4B8D0620F5}">
      <dgm:prSet/>
      <dgm:spPr/>
      <dgm:t>
        <a:bodyPr/>
        <a:lstStyle/>
        <a:p>
          <a:endParaRPr lang="en-US"/>
        </a:p>
      </dgm:t>
    </dgm:pt>
    <dgm:pt modelId="{C5A59A98-7356-4847-AD54-56BF825046CF}" type="sibTrans" cxnId="{C7036D14-2EF3-4114-97C7-8D4B8D0620F5}">
      <dgm:prSet/>
      <dgm:spPr/>
      <dgm:t>
        <a:bodyPr/>
        <a:lstStyle/>
        <a:p>
          <a:endParaRPr lang="en-US"/>
        </a:p>
      </dgm:t>
    </dgm:pt>
    <dgm:pt modelId="{57FB59C1-9AB3-47F9-B148-1A35667D75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Modular design spans packet capture, streaming, and unified inference APIs.</a:t>
          </a:r>
        </a:p>
      </dgm:t>
    </dgm:pt>
    <dgm:pt modelId="{D17DEFC8-DE73-4823-9232-1C357954E5C0}" type="parTrans" cxnId="{F8170A19-7F41-4FC2-B406-00DC61FD1807}">
      <dgm:prSet/>
      <dgm:spPr/>
      <dgm:t>
        <a:bodyPr/>
        <a:lstStyle/>
        <a:p>
          <a:endParaRPr lang="en-US"/>
        </a:p>
      </dgm:t>
    </dgm:pt>
    <dgm:pt modelId="{868CCC23-39AC-4DD9-96F0-08D0FB8D0C9D}" type="sibTrans" cxnId="{F8170A19-7F41-4FC2-B406-00DC61FD1807}">
      <dgm:prSet/>
      <dgm:spPr/>
      <dgm:t>
        <a:bodyPr/>
        <a:lstStyle/>
        <a:p>
          <a:endParaRPr lang="en-US"/>
        </a:p>
      </dgm:t>
    </dgm:pt>
    <dgm:pt modelId="{81E4BBB2-F91D-4F38-BD96-8B9790B8674B}" type="pres">
      <dgm:prSet presAssocID="{9A19312E-C2E5-44B8-A847-684B63A4820C}" presName="root" presStyleCnt="0">
        <dgm:presLayoutVars>
          <dgm:dir/>
          <dgm:resizeHandles val="exact"/>
        </dgm:presLayoutVars>
      </dgm:prSet>
      <dgm:spPr/>
    </dgm:pt>
    <dgm:pt modelId="{7D93FFF8-16EB-4C1E-BD98-312DCA1139FE}" type="pres">
      <dgm:prSet presAssocID="{F35CD001-E049-415A-8244-406F0D347F38}" presName="compNode" presStyleCnt="0"/>
      <dgm:spPr/>
    </dgm:pt>
    <dgm:pt modelId="{1EEDDD10-63F8-42E7-85C2-46F3F62BC9E8}" type="pres">
      <dgm:prSet presAssocID="{F35CD001-E049-415A-8244-406F0D347F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BFF2DC86-19B7-4E80-8B36-058CFF6311E2}" type="pres">
      <dgm:prSet presAssocID="{F35CD001-E049-415A-8244-406F0D347F38}" presName="spaceRect" presStyleCnt="0"/>
      <dgm:spPr/>
    </dgm:pt>
    <dgm:pt modelId="{A0812A4C-D1D7-4873-B595-9DD958B30EAC}" type="pres">
      <dgm:prSet presAssocID="{F35CD001-E049-415A-8244-406F0D347F38}" presName="textRect" presStyleLbl="revTx" presStyleIdx="0" presStyleCnt="4">
        <dgm:presLayoutVars>
          <dgm:chMax val="1"/>
          <dgm:chPref val="1"/>
        </dgm:presLayoutVars>
      </dgm:prSet>
      <dgm:spPr/>
    </dgm:pt>
    <dgm:pt modelId="{C21CD378-B1D5-400F-AB0A-A7D736C281E4}" type="pres">
      <dgm:prSet presAssocID="{0BF11FF9-85E0-441F-B550-6381D8BED4F7}" presName="sibTrans" presStyleCnt="0"/>
      <dgm:spPr/>
    </dgm:pt>
    <dgm:pt modelId="{FD61F82E-A9BA-4CDE-AF03-014282C17144}" type="pres">
      <dgm:prSet presAssocID="{ED6EF559-0EE5-482E-A169-CC0ADA4CE55E}" presName="compNode" presStyleCnt="0"/>
      <dgm:spPr/>
    </dgm:pt>
    <dgm:pt modelId="{A8991779-8594-49F1-8C52-7E092682C173}" type="pres">
      <dgm:prSet presAssocID="{ED6EF559-0EE5-482E-A169-CC0ADA4CE55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81355D7-8EE0-4163-8A86-0E5934079ECF}" type="pres">
      <dgm:prSet presAssocID="{ED6EF559-0EE5-482E-A169-CC0ADA4CE55E}" presName="spaceRect" presStyleCnt="0"/>
      <dgm:spPr/>
    </dgm:pt>
    <dgm:pt modelId="{1D94E5CA-46D9-4680-A4BB-8A2195E1E7BB}" type="pres">
      <dgm:prSet presAssocID="{ED6EF559-0EE5-482E-A169-CC0ADA4CE55E}" presName="textRect" presStyleLbl="revTx" presStyleIdx="1" presStyleCnt="4">
        <dgm:presLayoutVars>
          <dgm:chMax val="1"/>
          <dgm:chPref val="1"/>
        </dgm:presLayoutVars>
      </dgm:prSet>
      <dgm:spPr/>
    </dgm:pt>
    <dgm:pt modelId="{3F945688-02C1-4859-B5EB-84CEEF9A3E89}" type="pres">
      <dgm:prSet presAssocID="{E4177A3A-430C-4160-AABC-23C7BBC53DC9}" presName="sibTrans" presStyleCnt="0"/>
      <dgm:spPr/>
    </dgm:pt>
    <dgm:pt modelId="{EB358F8B-E41C-4ED8-B5A2-CD3E6C56AFAA}" type="pres">
      <dgm:prSet presAssocID="{0A495F36-4E11-4FA5-8E03-3F0B1F841D70}" presName="compNode" presStyleCnt="0"/>
      <dgm:spPr/>
    </dgm:pt>
    <dgm:pt modelId="{21668BBE-B4DD-4546-9B44-5C387B9C9D8B}" type="pres">
      <dgm:prSet presAssocID="{0A495F36-4E11-4FA5-8E03-3F0B1F841D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A362684-3918-483C-8344-1672D6993E40}" type="pres">
      <dgm:prSet presAssocID="{0A495F36-4E11-4FA5-8E03-3F0B1F841D70}" presName="spaceRect" presStyleCnt="0"/>
      <dgm:spPr/>
    </dgm:pt>
    <dgm:pt modelId="{90231819-EABA-470C-AB0C-8737F00C3BD5}" type="pres">
      <dgm:prSet presAssocID="{0A495F36-4E11-4FA5-8E03-3F0B1F841D70}" presName="textRect" presStyleLbl="revTx" presStyleIdx="2" presStyleCnt="4">
        <dgm:presLayoutVars>
          <dgm:chMax val="1"/>
          <dgm:chPref val="1"/>
        </dgm:presLayoutVars>
      </dgm:prSet>
      <dgm:spPr/>
    </dgm:pt>
    <dgm:pt modelId="{DC3B4284-696D-4B1F-9948-2EAF9CBF3C43}" type="pres">
      <dgm:prSet presAssocID="{C5A59A98-7356-4847-AD54-56BF825046CF}" presName="sibTrans" presStyleCnt="0"/>
      <dgm:spPr/>
    </dgm:pt>
    <dgm:pt modelId="{EE0A0646-EAB5-4DC2-A91D-3E4429FEA4D2}" type="pres">
      <dgm:prSet presAssocID="{57FB59C1-9AB3-47F9-B148-1A35667D7577}" presName="compNode" presStyleCnt="0"/>
      <dgm:spPr/>
    </dgm:pt>
    <dgm:pt modelId="{9BABCF76-4D74-4074-85E6-B0FC3155FA98}" type="pres">
      <dgm:prSet presAssocID="{57FB59C1-9AB3-47F9-B148-1A35667D75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E96FFD4-A383-4168-A15A-1B1718D0F479}" type="pres">
      <dgm:prSet presAssocID="{57FB59C1-9AB3-47F9-B148-1A35667D7577}" presName="spaceRect" presStyleCnt="0"/>
      <dgm:spPr/>
    </dgm:pt>
    <dgm:pt modelId="{EB7B0E10-95D9-4547-B502-17183B67BE9E}" type="pres">
      <dgm:prSet presAssocID="{57FB59C1-9AB3-47F9-B148-1A35667D757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D240501-9642-4531-8B07-FE2D19488DD0}" type="presOf" srcId="{F35CD001-E049-415A-8244-406F0D347F38}" destId="{A0812A4C-D1D7-4873-B595-9DD958B30EAC}" srcOrd="0" destOrd="0" presId="urn:microsoft.com/office/officeart/2018/2/layout/IconLabelList"/>
    <dgm:cxn modelId="{C7036D14-2EF3-4114-97C7-8D4B8D0620F5}" srcId="{9A19312E-C2E5-44B8-A847-684B63A4820C}" destId="{0A495F36-4E11-4FA5-8E03-3F0B1F841D70}" srcOrd="2" destOrd="0" parTransId="{D7E00C0B-B92B-4655-B836-BC9D883AB9B9}" sibTransId="{C5A59A98-7356-4847-AD54-56BF825046CF}"/>
    <dgm:cxn modelId="{F8170A19-7F41-4FC2-B406-00DC61FD1807}" srcId="{9A19312E-C2E5-44B8-A847-684B63A4820C}" destId="{57FB59C1-9AB3-47F9-B148-1A35667D7577}" srcOrd="3" destOrd="0" parTransId="{D17DEFC8-DE73-4823-9232-1C357954E5C0}" sibTransId="{868CCC23-39AC-4DD9-96F0-08D0FB8D0C9D}"/>
    <dgm:cxn modelId="{CCDD202A-98B6-4760-99D0-4545F61DF08F}" type="presOf" srcId="{0A495F36-4E11-4FA5-8E03-3F0B1F841D70}" destId="{90231819-EABA-470C-AB0C-8737F00C3BD5}" srcOrd="0" destOrd="0" presId="urn:microsoft.com/office/officeart/2018/2/layout/IconLabelList"/>
    <dgm:cxn modelId="{3B816379-48FF-4C20-80CC-A4A4B0CB572E}" type="presOf" srcId="{9A19312E-C2E5-44B8-A847-684B63A4820C}" destId="{81E4BBB2-F91D-4F38-BD96-8B9790B8674B}" srcOrd="0" destOrd="0" presId="urn:microsoft.com/office/officeart/2018/2/layout/IconLabelList"/>
    <dgm:cxn modelId="{9FCFF1C1-2C49-43B3-9672-59D02DBD8338}" srcId="{9A19312E-C2E5-44B8-A847-684B63A4820C}" destId="{ED6EF559-0EE5-482E-A169-CC0ADA4CE55E}" srcOrd="1" destOrd="0" parTransId="{B8C6EAF5-A3A2-4B06-99E1-7C29A3242595}" sibTransId="{E4177A3A-430C-4160-AABC-23C7BBC53DC9}"/>
    <dgm:cxn modelId="{FD5812D2-BC08-412A-9DE1-2DF8B1AF3B66}" type="presOf" srcId="{57FB59C1-9AB3-47F9-B148-1A35667D7577}" destId="{EB7B0E10-95D9-4547-B502-17183B67BE9E}" srcOrd="0" destOrd="0" presId="urn:microsoft.com/office/officeart/2018/2/layout/IconLabelList"/>
    <dgm:cxn modelId="{8E4F32E3-3568-45D3-9C87-FD3B35F06740}" type="presOf" srcId="{ED6EF559-0EE5-482E-A169-CC0ADA4CE55E}" destId="{1D94E5CA-46D9-4680-A4BB-8A2195E1E7BB}" srcOrd="0" destOrd="0" presId="urn:microsoft.com/office/officeart/2018/2/layout/IconLabelList"/>
    <dgm:cxn modelId="{DDB45BEA-20D6-48C6-9FB8-0929EFD7EC75}" srcId="{9A19312E-C2E5-44B8-A847-684B63A4820C}" destId="{F35CD001-E049-415A-8244-406F0D347F38}" srcOrd="0" destOrd="0" parTransId="{6891E82D-0F2B-4FD9-B76C-9FFE617F2578}" sibTransId="{0BF11FF9-85E0-441F-B550-6381D8BED4F7}"/>
    <dgm:cxn modelId="{765CEBE0-DDE3-44F1-BE75-56FD782FFC30}" type="presParOf" srcId="{81E4BBB2-F91D-4F38-BD96-8B9790B8674B}" destId="{7D93FFF8-16EB-4C1E-BD98-312DCA1139FE}" srcOrd="0" destOrd="0" presId="urn:microsoft.com/office/officeart/2018/2/layout/IconLabelList"/>
    <dgm:cxn modelId="{3D5DF78A-83C2-4C13-ADA1-D83D063EB1B5}" type="presParOf" srcId="{7D93FFF8-16EB-4C1E-BD98-312DCA1139FE}" destId="{1EEDDD10-63F8-42E7-85C2-46F3F62BC9E8}" srcOrd="0" destOrd="0" presId="urn:microsoft.com/office/officeart/2018/2/layout/IconLabelList"/>
    <dgm:cxn modelId="{14241EB6-DCF6-4076-B5AD-736AB36CB2E7}" type="presParOf" srcId="{7D93FFF8-16EB-4C1E-BD98-312DCA1139FE}" destId="{BFF2DC86-19B7-4E80-8B36-058CFF6311E2}" srcOrd="1" destOrd="0" presId="urn:microsoft.com/office/officeart/2018/2/layout/IconLabelList"/>
    <dgm:cxn modelId="{C9F4955A-90E1-4589-8172-430AD20BA833}" type="presParOf" srcId="{7D93FFF8-16EB-4C1E-BD98-312DCA1139FE}" destId="{A0812A4C-D1D7-4873-B595-9DD958B30EAC}" srcOrd="2" destOrd="0" presId="urn:microsoft.com/office/officeart/2018/2/layout/IconLabelList"/>
    <dgm:cxn modelId="{D9401BB9-AA80-4691-B6D2-BC641A75A679}" type="presParOf" srcId="{81E4BBB2-F91D-4F38-BD96-8B9790B8674B}" destId="{C21CD378-B1D5-400F-AB0A-A7D736C281E4}" srcOrd="1" destOrd="0" presId="urn:microsoft.com/office/officeart/2018/2/layout/IconLabelList"/>
    <dgm:cxn modelId="{7EF4A62E-3BFF-471E-A1A4-5BAA5B3C0B5F}" type="presParOf" srcId="{81E4BBB2-F91D-4F38-BD96-8B9790B8674B}" destId="{FD61F82E-A9BA-4CDE-AF03-014282C17144}" srcOrd="2" destOrd="0" presId="urn:microsoft.com/office/officeart/2018/2/layout/IconLabelList"/>
    <dgm:cxn modelId="{BF597D56-4898-466B-B57C-01F193D5E6A3}" type="presParOf" srcId="{FD61F82E-A9BA-4CDE-AF03-014282C17144}" destId="{A8991779-8594-49F1-8C52-7E092682C173}" srcOrd="0" destOrd="0" presId="urn:microsoft.com/office/officeart/2018/2/layout/IconLabelList"/>
    <dgm:cxn modelId="{E60D07D2-26AF-42EA-AA58-CD7659869120}" type="presParOf" srcId="{FD61F82E-A9BA-4CDE-AF03-014282C17144}" destId="{281355D7-8EE0-4163-8A86-0E5934079ECF}" srcOrd="1" destOrd="0" presId="urn:microsoft.com/office/officeart/2018/2/layout/IconLabelList"/>
    <dgm:cxn modelId="{DE2900AB-2321-41C5-8587-019E682F0A80}" type="presParOf" srcId="{FD61F82E-A9BA-4CDE-AF03-014282C17144}" destId="{1D94E5CA-46D9-4680-A4BB-8A2195E1E7BB}" srcOrd="2" destOrd="0" presId="urn:microsoft.com/office/officeart/2018/2/layout/IconLabelList"/>
    <dgm:cxn modelId="{97FCA867-D3BA-4519-BF7B-E2299E672E71}" type="presParOf" srcId="{81E4BBB2-F91D-4F38-BD96-8B9790B8674B}" destId="{3F945688-02C1-4859-B5EB-84CEEF9A3E89}" srcOrd="3" destOrd="0" presId="urn:microsoft.com/office/officeart/2018/2/layout/IconLabelList"/>
    <dgm:cxn modelId="{1A55654E-4E69-4802-AEAA-4D1BD8E53F91}" type="presParOf" srcId="{81E4BBB2-F91D-4F38-BD96-8B9790B8674B}" destId="{EB358F8B-E41C-4ED8-B5A2-CD3E6C56AFAA}" srcOrd="4" destOrd="0" presId="urn:microsoft.com/office/officeart/2018/2/layout/IconLabelList"/>
    <dgm:cxn modelId="{753024CC-A56D-4B7B-A503-BF9FC13BAB79}" type="presParOf" srcId="{EB358F8B-E41C-4ED8-B5A2-CD3E6C56AFAA}" destId="{21668BBE-B4DD-4546-9B44-5C387B9C9D8B}" srcOrd="0" destOrd="0" presId="urn:microsoft.com/office/officeart/2018/2/layout/IconLabelList"/>
    <dgm:cxn modelId="{7FB625E3-6755-43FD-88F1-AEE6AC3BA578}" type="presParOf" srcId="{EB358F8B-E41C-4ED8-B5A2-CD3E6C56AFAA}" destId="{8A362684-3918-483C-8344-1672D6993E40}" srcOrd="1" destOrd="0" presId="urn:microsoft.com/office/officeart/2018/2/layout/IconLabelList"/>
    <dgm:cxn modelId="{3E1C524B-1149-4DF8-8316-2A510A2960E6}" type="presParOf" srcId="{EB358F8B-E41C-4ED8-B5A2-CD3E6C56AFAA}" destId="{90231819-EABA-470C-AB0C-8737F00C3BD5}" srcOrd="2" destOrd="0" presId="urn:microsoft.com/office/officeart/2018/2/layout/IconLabelList"/>
    <dgm:cxn modelId="{008CA274-3C06-41CF-912A-5698AB2DA19D}" type="presParOf" srcId="{81E4BBB2-F91D-4F38-BD96-8B9790B8674B}" destId="{DC3B4284-696D-4B1F-9948-2EAF9CBF3C43}" srcOrd="5" destOrd="0" presId="urn:microsoft.com/office/officeart/2018/2/layout/IconLabelList"/>
    <dgm:cxn modelId="{393AFBED-40A1-438D-83F8-57033C842948}" type="presParOf" srcId="{81E4BBB2-F91D-4F38-BD96-8B9790B8674B}" destId="{EE0A0646-EAB5-4DC2-A91D-3E4429FEA4D2}" srcOrd="6" destOrd="0" presId="urn:microsoft.com/office/officeart/2018/2/layout/IconLabelList"/>
    <dgm:cxn modelId="{3494E283-A186-44B9-AD6D-B0EEC1486FD2}" type="presParOf" srcId="{EE0A0646-EAB5-4DC2-A91D-3E4429FEA4D2}" destId="{9BABCF76-4D74-4074-85E6-B0FC3155FA98}" srcOrd="0" destOrd="0" presId="urn:microsoft.com/office/officeart/2018/2/layout/IconLabelList"/>
    <dgm:cxn modelId="{8C6D6EA8-BE77-44E0-A13E-973BE4544EFC}" type="presParOf" srcId="{EE0A0646-EAB5-4DC2-A91D-3E4429FEA4D2}" destId="{EE96FFD4-A383-4168-A15A-1B1718D0F479}" srcOrd="1" destOrd="0" presId="urn:microsoft.com/office/officeart/2018/2/layout/IconLabelList"/>
    <dgm:cxn modelId="{A8AE5D8C-F5BD-4FBF-817B-372344E6E20F}" type="presParOf" srcId="{EE0A0646-EAB5-4DC2-A91D-3E4429FEA4D2}" destId="{EB7B0E10-95D9-4547-B502-17183B67BE9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DA92DB-30A9-4209-AF94-0AD8F0A1279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74B2BA8-B19F-41C5-AD3B-B5B642D062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DDoS traffic can overwhelm SIEM systems in seconds.</a:t>
          </a:r>
        </a:p>
      </dgm:t>
    </dgm:pt>
    <dgm:pt modelId="{8B333BC1-1F2F-47BB-BD87-9D207562F07E}" type="parTrans" cxnId="{42E93B50-6004-4F7C-9049-0232DFC90EDF}">
      <dgm:prSet/>
      <dgm:spPr/>
      <dgm:t>
        <a:bodyPr/>
        <a:lstStyle/>
        <a:p>
          <a:endParaRPr lang="en-US"/>
        </a:p>
      </dgm:t>
    </dgm:pt>
    <dgm:pt modelId="{99BC9947-BC96-4096-8D60-9F9184047580}" type="sibTrans" cxnId="{42E93B50-6004-4F7C-9049-0232DFC90EDF}">
      <dgm:prSet phldrT="1" phldr="0"/>
      <dgm:spPr/>
      <dgm:t>
        <a:bodyPr/>
        <a:lstStyle/>
        <a:p>
          <a:endParaRPr lang="en-US"/>
        </a:p>
      </dgm:t>
    </dgm:pt>
    <dgm:pt modelId="{C74768DE-FDFB-46DD-A570-80B25C46D2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Traditional batch log analysis reacts too slowly.</a:t>
          </a:r>
        </a:p>
      </dgm:t>
    </dgm:pt>
    <dgm:pt modelId="{A1F7540E-D905-416F-8104-1ED8B8D8A079}" type="parTrans" cxnId="{D4F3C15C-1BEA-4273-9457-D73063BC6595}">
      <dgm:prSet/>
      <dgm:spPr/>
      <dgm:t>
        <a:bodyPr/>
        <a:lstStyle/>
        <a:p>
          <a:endParaRPr lang="en-US"/>
        </a:p>
      </dgm:t>
    </dgm:pt>
    <dgm:pt modelId="{EFC588A5-A9C0-4862-9FBE-570BD4EE369B}" type="sibTrans" cxnId="{D4F3C15C-1BEA-4273-9457-D73063BC6595}">
      <dgm:prSet phldrT="2" phldr="0"/>
      <dgm:spPr/>
      <dgm:t>
        <a:bodyPr/>
        <a:lstStyle/>
        <a:p>
          <a:endParaRPr lang="en-US"/>
        </a:p>
      </dgm:t>
    </dgm:pt>
    <dgm:pt modelId="{E14FBBF2-4316-4F5E-981F-FE12E1904D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Need cross-platform, real-time solution deployable on commodity hardware.</a:t>
          </a:r>
        </a:p>
      </dgm:t>
    </dgm:pt>
    <dgm:pt modelId="{32433383-44C8-4173-8656-76D2BA94D21E}" type="parTrans" cxnId="{80917B36-FC8F-4140-934B-61C25CF1537D}">
      <dgm:prSet/>
      <dgm:spPr/>
      <dgm:t>
        <a:bodyPr/>
        <a:lstStyle/>
        <a:p>
          <a:endParaRPr lang="en-US"/>
        </a:p>
      </dgm:t>
    </dgm:pt>
    <dgm:pt modelId="{7B59F9F9-F671-42DA-9406-57E616392D6A}" type="sibTrans" cxnId="{80917B36-FC8F-4140-934B-61C25CF1537D}">
      <dgm:prSet phldrT="3" phldr="0"/>
      <dgm:spPr/>
      <dgm:t>
        <a:bodyPr/>
        <a:lstStyle/>
        <a:p>
          <a:endParaRPr lang="en-US"/>
        </a:p>
      </dgm:t>
    </dgm:pt>
    <dgm:pt modelId="{B61759C3-9EAB-48F8-8BCB-8F6A86501C0F}" type="pres">
      <dgm:prSet presAssocID="{3FDA92DB-30A9-4209-AF94-0AD8F0A1279F}" presName="root" presStyleCnt="0">
        <dgm:presLayoutVars>
          <dgm:dir/>
          <dgm:resizeHandles val="exact"/>
        </dgm:presLayoutVars>
      </dgm:prSet>
      <dgm:spPr/>
    </dgm:pt>
    <dgm:pt modelId="{C4F65893-5A2A-4010-BEB6-734E900EC04E}" type="pres">
      <dgm:prSet presAssocID="{F74B2BA8-B19F-41C5-AD3B-B5B642D0627F}" presName="compNode" presStyleCnt="0"/>
      <dgm:spPr/>
    </dgm:pt>
    <dgm:pt modelId="{F7770041-9A44-4F05-AAB8-5EDC883F8122}" type="pres">
      <dgm:prSet presAssocID="{F74B2BA8-B19F-41C5-AD3B-B5B642D0627F}" presName="bgRect" presStyleLbl="bgShp" presStyleIdx="0" presStyleCnt="3"/>
      <dgm:spPr/>
    </dgm:pt>
    <dgm:pt modelId="{4CD776C2-C51D-42B0-890E-CC8EB40555FA}" type="pres">
      <dgm:prSet presAssocID="{F74B2BA8-B19F-41C5-AD3B-B5B642D0627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4C232E2-F7A2-44B1-A151-5E25FADA470B}" type="pres">
      <dgm:prSet presAssocID="{F74B2BA8-B19F-41C5-AD3B-B5B642D0627F}" presName="spaceRect" presStyleCnt="0"/>
      <dgm:spPr/>
    </dgm:pt>
    <dgm:pt modelId="{ED06D32D-5361-49B8-BF81-18A8F44138CE}" type="pres">
      <dgm:prSet presAssocID="{F74B2BA8-B19F-41C5-AD3B-B5B642D0627F}" presName="parTx" presStyleLbl="revTx" presStyleIdx="0" presStyleCnt="3">
        <dgm:presLayoutVars>
          <dgm:chMax val="0"/>
          <dgm:chPref val="0"/>
        </dgm:presLayoutVars>
      </dgm:prSet>
      <dgm:spPr/>
    </dgm:pt>
    <dgm:pt modelId="{3582A86B-8B22-45ED-B532-4B7D8B43C52C}" type="pres">
      <dgm:prSet presAssocID="{99BC9947-BC96-4096-8D60-9F9184047580}" presName="sibTrans" presStyleCnt="0"/>
      <dgm:spPr/>
    </dgm:pt>
    <dgm:pt modelId="{1726F570-1BBB-448D-915C-F7920D7264C7}" type="pres">
      <dgm:prSet presAssocID="{C74768DE-FDFB-46DD-A570-80B25C46D2E0}" presName="compNode" presStyleCnt="0"/>
      <dgm:spPr/>
    </dgm:pt>
    <dgm:pt modelId="{F255394B-DC0B-4ABD-967E-75B331B64DBC}" type="pres">
      <dgm:prSet presAssocID="{C74768DE-FDFB-46DD-A570-80B25C46D2E0}" presName="bgRect" presStyleLbl="bgShp" presStyleIdx="1" presStyleCnt="3"/>
      <dgm:spPr/>
    </dgm:pt>
    <dgm:pt modelId="{DD675647-4164-4BEC-8C1D-C1DE808C998A}" type="pres">
      <dgm:prSet presAssocID="{C74768DE-FDFB-46DD-A570-80B25C46D2E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068D4F6-57BA-40E8-A84C-1264C0355C34}" type="pres">
      <dgm:prSet presAssocID="{C74768DE-FDFB-46DD-A570-80B25C46D2E0}" presName="spaceRect" presStyleCnt="0"/>
      <dgm:spPr/>
    </dgm:pt>
    <dgm:pt modelId="{D96758E9-BC3F-4C95-845E-79E6870A804B}" type="pres">
      <dgm:prSet presAssocID="{C74768DE-FDFB-46DD-A570-80B25C46D2E0}" presName="parTx" presStyleLbl="revTx" presStyleIdx="1" presStyleCnt="3">
        <dgm:presLayoutVars>
          <dgm:chMax val="0"/>
          <dgm:chPref val="0"/>
        </dgm:presLayoutVars>
      </dgm:prSet>
      <dgm:spPr/>
    </dgm:pt>
    <dgm:pt modelId="{11F80351-A850-4452-8278-FD3B52F7158E}" type="pres">
      <dgm:prSet presAssocID="{EFC588A5-A9C0-4862-9FBE-570BD4EE369B}" presName="sibTrans" presStyleCnt="0"/>
      <dgm:spPr/>
    </dgm:pt>
    <dgm:pt modelId="{51875F03-809C-406D-8433-6ADDB5CF022A}" type="pres">
      <dgm:prSet presAssocID="{E14FBBF2-4316-4F5E-981F-FE12E1904D27}" presName="compNode" presStyleCnt="0"/>
      <dgm:spPr/>
    </dgm:pt>
    <dgm:pt modelId="{E8630958-41A4-4360-A0B3-5FFFF0B380BA}" type="pres">
      <dgm:prSet presAssocID="{E14FBBF2-4316-4F5E-981F-FE12E1904D27}" presName="bgRect" presStyleLbl="bgShp" presStyleIdx="2" presStyleCnt="3"/>
      <dgm:spPr/>
    </dgm:pt>
    <dgm:pt modelId="{830FB257-F859-4A96-858D-83F90DA362C7}" type="pres">
      <dgm:prSet presAssocID="{E14FBBF2-4316-4F5E-981F-FE12E1904D2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9284734-DE5A-409E-87B8-214BCDA75302}" type="pres">
      <dgm:prSet presAssocID="{E14FBBF2-4316-4F5E-981F-FE12E1904D27}" presName="spaceRect" presStyleCnt="0"/>
      <dgm:spPr/>
    </dgm:pt>
    <dgm:pt modelId="{5DA511F3-1C31-4FF5-9525-69C9DA6525B6}" type="pres">
      <dgm:prSet presAssocID="{E14FBBF2-4316-4F5E-981F-FE12E1904D2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0917B36-FC8F-4140-934B-61C25CF1537D}" srcId="{3FDA92DB-30A9-4209-AF94-0AD8F0A1279F}" destId="{E14FBBF2-4316-4F5E-981F-FE12E1904D27}" srcOrd="2" destOrd="0" parTransId="{32433383-44C8-4173-8656-76D2BA94D21E}" sibTransId="{7B59F9F9-F671-42DA-9406-57E616392D6A}"/>
    <dgm:cxn modelId="{8B60BF46-0B5D-F940-908E-A34CEF77EC6F}" type="presOf" srcId="{C74768DE-FDFB-46DD-A570-80B25C46D2E0}" destId="{D96758E9-BC3F-4C95-845E-79E6870A804B}" srcOrd="0" destOrd="0" presId="urn:microsoft.com/office/officeart/2018/2/layout/IconVerticalSolidList"/>
    <dgm:cxn modelId="{42E93B50-6004-4F7C-9049-0232DFC90EDF}" srcId="{3FDA92DB-30A9-4209-AF94-0AD8F0A1279F}" destId="{F74B2BA8-B19F-41C5-AD3B-B5B642D0627F}" srcOrd="0" destOrd="0" parTransId="{8B333BC1-1F2F-47BB-BD87-9D207562F07E}" sibTransId="{99BC9947-BC96-4096-8D60-9F9184047580}"/>
    <dgm:cxn modelId="{D4F3C15C-1BEA-4273-9457-D73063BC6595}" srcId="{3FDA92DB-30A9-4209-AF94-0AD8F0A1279F}" destId="{C74768DE-FDFB-46DD-A570-80B25C46D2E0}" srcOrd="1" destOrd="0" parTransId="{A1F7540E-D905-416F-8104-1ED8B8D8A079}" sibTransId="{EFC588A5-A9C0-4862-9FBE-570BD4EE369B}"/>
    <dgm:cxn modelId="{B2688392-3570-E748-ACE9-95900540DCF4}" type="presOf" srcId="{E14FBBF2-4316-4F5E-981F-FE12E1904D27}" destId="{5DA511F3-1C31-4FF5-9525-69C9DA6525B6}" srcOrd="0" destOrd="0" presId="urn:microsoft.com/office/officeart/2018/2/layout/IconVerticalSolidList"/>
    <dgm:cxn modelId="{7A418093-D7A9-E34C-B5C2-49DF06F28CA6}" type="presOf" srcId="{3FDA92DB-30A9-4209-AF94-0AD8F0A1279F}" destId="{B61759C3-9EAB-48F8-8BCB-8F6A86501C0F}" srcOrd="0" destOrd="0" presId="urn:microsoft.com/office/officeart/2018/2/layout/IconVerticalSolidList"/>
    <dgm:cxn modelId="{101224B1-99FB-4543-9472-C94693ECF091}" type="presOf" srcId="{F74B2BA8-B19F-41C5-AD3B-B5B642D0627F}" destId="{ED06D32D-5361-49B8-BF81-18A8F44138CE}" srcOrd="0" destOrd="0" presId="urn:microsoft.com/office/officeart/2018/2/layout/IconVerticalSolidList"/>
    <dgm:cxn modelId="{4182A5DB-FFC6-C348-AFEC-9C9DA4F7AF69}" type="presParOf" srcId="{B61759C3-9EAB-48F8-8BCB-8F6A86501C0F}" destId="{C4F65893-5A2A-4010-BEB6-734E900EC04E}" srcOrd="0" destOrd="0" presId="urn:microsoft.com/office/officeart/2018/2/layout/IconVerticalSolidList"/>
    <dgm:cxn modelId="{F151A575-1A4F-FB4F-AB1C-022FB3821A57}" type="presParOf" srcId="{C4F65893-5A2A-4010-BEB6-734E900EC04E}" destId="{F7770041-9A44-4F05-AAB8-5EDC883F8122}" srcOrd="0" destOrd="0" presId="urn:microsoft.com/office/officeart/2018/2/layout/IconVerticalSolidList"/>
    <dgm:cxn modelId="{DB1D2F18-AD1B-CE49-9974-B8A33324C47A}" type="presParOf" srcId="{C4F65893-5A2A-4010-BEB6-734E900EC04E}" destId="{4CD776C2-C51D-42B0-890E-CC8EB40555FA}" srcOrd="1" destOrd="0" presId="urn:microsoft.com/office/officeart/2018/2/layout/IconVerticalSolidList"/>
    <dgm:cxn modelId="{FDADCD17-9D6C-4A40-9249-D5B4516C17AD}" type="presParOf" srcId="{C4F65893-5A2A-4010-BEB6-734E900EC04E}" destId="{94C232E2-F7A2-44B1-A151-5E25FADA470B}" srcOrd="2" destOrd="0" presId="urn:microsoft.com/office/officeart/2018/2/layout/IconVerticalSolidList"/>
    <dgm:cxn modelId="{7BF637D0-6DCD-5A4C-AFD1-2590032F504C}" type="presParOf" srcId="{C4F65893-5A2A-4010-BEB6-734E900EC04E}" destId="{ED06D32D-5361-49B8-BF81-18A8F44138CE}" srcOrd="3" destOrd="0" presId="urn:microsoft.com/office/officeart/2018/2/layout/IconVerticalSolidList"/>
    <dgm:cxn modelId="{B525485C-75E5-B94C-B4B7-A1EEF8DED02B}" type="presParOf" srcId="{B61759C3-9EAB-48F8-8BCB-8F6A86501C0F}" destId="{3582A86B-8B22-45ED-B532-4B7D8B43C52C}" srcOrd="1" destOrd="0" presId="urn:microsoft.com/office/officeart/2018/2/layout/IconVerticalSolidList"/>
    <dgm:cxn modelId="{010CBF83-9EB5-F14C-8022-83CBC1871D09}" type="presParOf" srcId="{B61759C3-9EAB-48F8-8BCB-8F6A86501C0F}" destId="{1726F570-1BBB-448D-915C-F7920D7264C7}" srcOrd="2" destOrd="0" presId="urn:microsoft.com/office/officeart/2018/2/layout/IconVerticalSolidList"/>
    <dgm:cxn modelId="{EDD12D65-A933-ED49-857C-8609B890CD79}" type="presParOf" srcId="{1726F570-1BBB-448D-915C-F7920D7264C7}" destId="{F255394B-DC0B-4ABD-967E-75B331B64DBC}" srcOrd="0" destOrd="0" presId="urn:microsoft.com/office/officeart/2018/2/layout/IconVerticalSolidList"/>
    <dgm:cxn modelId="{68B7383A-1B4C-E441-BD25-B7963A381DB7}" type="presParOf" srcId="{1726F570-1BBB-448D-915C-F7920D7264C7}" destId="{DD675647-4164-4BEC-8C1D-C1DE808C998A}" srcOrd="1" destOrd="0" presId="urn:microsoft.com/office/officeart/2018/2/layout/IconVerticalSolidList"/>
    <dgm:cxn modelId="{95A6F8BE-1ACA-EA44-BD56-39A252411819}" type="presParOf" srcId="{1726F570-1BBB-448D-915C-F7920D7264C7}" destId="{B068D4F6-57BA-40E8-A84C-1264C0355C34}" srcOrd="2" destOrd="0" presId="urn:microsoft.com/office/officeart/2018/2/layout/IconVerticalSolidList"/>
    <dgm:cxn modelId="{B2B26ACC-5FCB-084E-AC8E-6ED414E7AB97}" type="presParOf" srcId="{1726F570-1BBB-448D-915C-F7920D7264C7}" destId="{D96758E9-BC3F-4C95-845E-79E6870A804B}" srcOrd="3" destOrd="0" presId="urn:microsoft.com/office/officeart/2018/2/layout/IconVerticalSolidList"/>
    <dgm:cxn modelId="{599882C4-A211-3143-B831-F1A367BFDD08}" type="presParOf" srcId="{B61759C3-9EAB-48F8-8BCB-8F6A86501C0F}" destId="{11F80351-A850-4452-8278-FD3B52F7158E}" srcOrd="3" destOrd="0" presId="urn:microsoft.com/office/officeart/2018/2/layout/IconVerticalSolidList"/>
    <dgm:cxn modelId="{6F01129B-C73F-7F41-A40E-797D713F5EA4}" type="presParOf" srcId="{B61759C3-9EAB-48F8-8BCB-8F6A86501C0F}" destId="{51875F03-809C-406D-8433-6ADDB5CF022A}" srcOrd="4" destOrd="0" presId="urn:microsoft.com/office/officeart/2018/2/layout/IconVerticalSolidList"/>
    <dgm:cxn modelId="{3B3E0F90-4ACD-DD43-AD8A-15423B178569}" type="presParOf" srcId="{51875F03-809C-406D-8433-6ADDB5CF022A}" destId="{E8630958-41A4-4360-A0B3-5FFFF0B380BA}" srcOrd="0" destOrd="0" presId="urn:microsoft.com/office/officeart/2018/2/layout/IconVerticalSolidList"/>
    <dgm:cxn modelId="{3A7EE957-B253-BA42-8248-CAC39F4B9EDD}" type="presParOf" srcId="{51875F03-809C-406D-8433-6ADDB5CF022A}" destId="{830FB257-F859-4A96-858D-83F90DA362C7}" srcOrd="1" destOrd="0" presId="urn:microsoft.com/office/officeart/2018/2/layout/IconVerticalSolidList"/>
    <dgm:cxn modelId="{F47369F1-2B33-F647-9F69-DDE10E3D3F63}" type="presParOf" srcId="{51875F03-809C-406D-8433-6ADDB5CF022A}" destId="{89284734-DE5A-409E-87B8-214BCDA75302}" srcOrd="2" destOrd="0" presId="urn:microsoft.com/office/officeart/2018/2/layout/IconVerticalSolidList"/>
    <dgm:cxn modelId="{190550EE-8786-4446-AD1E-56821E91D6C4}" type="presParOf" srcId="{51875F03-809C-406D-8433-6ADDB5CF022A}" destId="{5DA511F3-1C31-4FF5-9525-69C9DA6525B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CE4321-316F-4B2F-8B75-E353E446138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C11C8C1-8126-44AD-9387-87A092DA7AD7}">
      <dgm:prSet/>
      <dgm:spPr/>
      <dgm:t>
        <a:bodyPr/>
        <a:lstStyle/>
        <a:p>
          <a:r>
            <a:rPr lang="en-US"/>
            <a:t>Capture packets on Linux &amp; macOS at line rate (≥1 Gbps).</a:t>
          </a:r>
        </a:p>
      </dgm:t>
    </dgm:pt>
    <dgm:pt modelId="{282C01D4-37E1-4076-A0E5-543489142340}" type="parTrans" cxnId="{93F12B80-0628-4552-9E72-5C9B40FC24A9}">
      <dgm:prSet/>
      <dgm:spPr/>
      <dgm:t>
        <a:bodyPr/>
        <a:lstStyle/>
        <a:p>
          <a:endParaRPr lang="en-US"/>
        </a:p>
      </dgm:t>
    </dgm:pt>
    <dgm:pt modelId="{25E8EB60-5FE0-4C5A-8B58-903F481A9E5C}" type="sibTrans" cxnId="{93F12B80-0628-4552-9E72-5C9B40FC24A9}">
      <dgm:prSet/>
      <dgm:spPr/>
      <dgm:t>
        <a:bodyPr/>
        <a:lstStyle/>
        <a:p>
          <a:endParaRPr lang="en-US"/>
        </a:p>
      </dgm:t>
    </dgm:pt>
    <dgm:pt modelId="{20B59826-6127-444B-8BBF-FA0BB4D5A923}">
      <dgm:prSet/>
      <dgm:spPr/>
      <dgm:t>
        <a:bodyPr/>
        <a:lstStyle/>
        <a:p>
          <a:r>
            <a:rPr lang="en-US"/>
            <a:t>Maintain per-flow state for 300 s without memory bloat.</a:t>
          </a:r>
        </a:p>
      </dgm:t>
    </dgm:pt>
    <dgm:pt modelId="{3E80B830-A38D-4EF4-A8DC-6FE846D857D3}" type="parTrans" cxnId="{E91B785B-35C6-4F69-BD8A-05B42094DD72}">
      <dgm:prSet/>
      <dgm:spPr/>
      <dgm:t>
        <a:bodyPr/>
        <a:lstStyle/>
        <a:p>
          <a:endParaRPr lang="en-US"/>
        </a:p>
      </dgm:t>
    </dgm:pt>
    <dgm:pt modelId="{CB957C25-FB0A-4206-B93D-E023810638D4}" type="sibTrans" cxnId="{E91B785B-35C6-4F69-BD8A-05B42094DD72}">
      <dgm:prSet/>
      <dgm:spPr/>
      <dgm:t>
        <a:bodyPr/>
        <a:lstStyle/>
        <a:p>
          <a:endParaRPr lang="en-US"/>
        </a:p>
      </dgm:t>
    </dgm:pt>
    <dgm:pt modelId="{46C8FC82-3225-4B52-BE4E-C54BFD7C2DF9}">
      <dgm:prSet/>
      <dgm:spPr/>
      <dgm:t>
        <a:bodyPr/>
        <a:lstStyle/>
        <a:p>
          <a:r>
            <a:rPr lang="en-US"/>
            <a:t>Stream enriched flow records via Apache Kafka to job servers.</a:t>
          </a:r>
        </a:p>
      </dgm:t>
    </dgm:pt>
    <dgm:pt modelId="{7DAE40DE-5F78-4201-839A-F612A45F1365}" type="parTrans" cxnId="{12D7003A-CC36-49BF-B9C2-A497B188FEA1}">
      <dgm:prSet/>
      <dgm:spPr/>
      <dgm:t>
        <a:bodyPr/>
        <a:lstStyle/>
        <a:p>
          <a:endParaRPr lang="en-US"/>
        </a:p>
      </dgm:t>
    </dgm:pt>
    <dgm:pt modelId="{DF35DA0E-64F9-441F-8D30-9F3F4F77AC2D}" type="sibTrans" cxnId="{12D7003A-CC36-49BF-B9C2-A497B188FEA1}">
      <dgm:prSet/>
      <dgm:spPr/>
      <dgm:t>
        <a:bodyPr/>
        <a:lstStyle/>
        <a:p>
          <a:endParaRPr lang="en-US"/>
        </a:p>
      </dgm:t>
    </dgm:pt>
    <dgm:pt modelId="{B1C8DD21-5303-4CD5-B148-AA2F5C569C0F}">
      <dgm:prSet/>
      <dgm:spPr/>
      <dgm:t>
        <a:bodyPr/>
        <a:lstStyle/>
        <a:p>
          <a:r>
            <a:rPr lang="en-US"/>
            <a:t>Classify flows with 28-feature ensemble ML model.</a:t>
          </a:r>
        </a:p>
      </dgm:t>
    </dgm:pt>
    <dgm:pt modelId="{4C09D41A-DD9C-44CF-8172-16938932A141}" type="parTrans" cxnId="{627E703B-FEFB-4076-9921-D9C184437804}">
      <dgm:prSet/>
      <dgm:spPr/>
      <dgm:t>
        <a:bodyPr/>
        <a:lstStyle/>
        <a:p>
          <a:endParaRPr lang="en-US"/>
        </a:p>
      </dgm:t>
    </dgm:pt>
    <dgm:pt modelId="{CFA1C3E9-7F75-4A1F-AE4C-3BC347ED45C1}" type="sibTrans" cxnId="{627E703B-FEFB-4076-9921-D9C184437804}">
      <dgm:prSet/>
      <dgm:spPr/>
      <dgm:t>
        <a:bodyPr/>
        <a:lstStyle/>
        <a:p>
          <a:endParaRPr lang="en-US"/>
        </a:p>
      </dgm:t>
    </dgm:pt>
    <dgm:pt modelId="{9F718E6F-BC23-4910-850C-EE98FD62635B}">
      <dgm:prSet/>
      <dgm:spPr/>
      <dgm:t>
        <a:bodyPr/>
        <a:lstStyle/>
        <a:p>
          <a:r>
            <a:rPr lang="en-US"/>
            <a:t>Expose REST &amp; gRPC APIs for SOC toolchains.</a:t>
          </a:r>
        </a:p>
      </dgm:t>
    </dgm:pt>
    <dgm:pt modelId="{7CB22251-8F7A-43B5-83CE-5C82543A2EB8}" type="parTrans" cxnId="{0478F860-DDFA-47C3-8327-619DF7F1FD18}">
      <dgm:prSet/>
      <dgm:spPr/>
      <dgm:t>
        <a:bodyPr/>
        <a:lstStyle/>
        <a:p>
          <a:endParaRPr lang="en-US"/>
        </a:p>
      </dgm:t>
    </dgm:pt>
    <dgm:pt modelId="{F9F8989C-B712-48E3-856C-11844A0A6770}" type="sibTrans" cxnId="{0478F860-DDFA-47C3-8327-619DF7F1FD18}">
      <dgm:prSet/>
      <dgm:spPr/>
      <dgm:t>
        <a:bodyPr/>
        <a:lstStyle/>
        <a:p>
          <a:endParaRPr lang="en-US"/>
        </a:p>
      </dgm:t>
    </dgm:pt>
    <dgm:pt modelId="{9417199A-038E-4C7C-B81F-3E15235C2B6B}" type="pres">
      <dgm:prSet presAssocID="{96CE4321-316F-4B2F-8B75-E353E4461386}" presName="root" presStyleCnt="0">
        <dgm:presLayoutVars>
          <dgm:dir/>
          <dgm:resizeHandles val="exact"/>
        </dgm:presLayoutVars>
      </dgm:prSet>
      <dgm:spPr/>
    </dgm:pt>
    <dgm:pt modelId="{56158BFD-3391-48BD-8019-8DEA2A5F1D06}" type="pres">
      <dgm:prSet presAssocID="{EC11C8C1-8126-44AD-9387-87A092DA7AD7}" presName="compNode" presStyleCnt="0"/>
      <dgm:spPr/>
    </dgm:pt>
    <dgm:pt modelId="{021F685C-605A-4710-BC0B-E069DCA2A579}" type="pres">
      <dgm:prSet presAssocID="{EC11C8C1-8126-44AD-9387-87A092DA7AD7}" presName="bgRect" presStyleLbl="bgShp" presStyleIdx="0" presStyleCnt="5"/>
      <dgm:spPr/>
    </dgm:pt>
    <dgm:pt modelId="{11457144-4835-431D-9374-2CE98EAEAC86}" type="pres">
      <dgm:prSet presAssocID="{EC11C8C1-8126-44AD-9387-87A092DA7AD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A363BDF-5FBE-4BAF-B5FE-054D8A2D6D67}" type="pres">
      <dgm:prSet presAssocID="{EC11C8C1-8126-44AD-9387-87A092DA7AD7}" presName="spaceRect" presStyleCnt="0"/>
      <dgm:spPr/>
    </dgm:pt>
    <dgm:pt modelId="{859C58FF-2718-4AB7-8529-2DF924D198B2}" type="pres">
      <dgm:prSet presAssocID="{EC11C8C1-8126-44AD-9387-87A092DA7AD7}" presName="parTx" presStyleLbl="revTx" presStyleIdx="0" presStyleCnt="5">
        <dgm:presLayoutVars>
          <dgm:chMax val="0"/>
          <dgm:chPref val="0"/>
        </dgm:presLayoutVars>
      </dgm:prSet>
      <dgm:spPr/>
    </dgm:pt>
    <dgm:pt modelId="{C077F171-0598-44AA-BC0D-B7187A31D026}" type="pres">
      <dgm:prSet presAssocID="{25E8EB60-5FE0-4C5A-8B58-903F481A9E5C}" presName="sibTrans" presStyleCnt="0"/>
      <dgm:spPr/>
    </dgm:pt>
    <dgm:pt modelId="{0A370212-D76D-4041-A367-1ED004B9FF23}" type="pres">
      <dgm:prSet presAssocID="{20B59826-6127-444B-8BBF-FA0BB4D5A923}" presName="compNode" presStyleCnt="0"/>
      <dgm:spPr/>
    </dgm:pt>
    <dgm:pt modelId="{C02F3159-9538-4CD4-B2F5-3B736CF6C732}" type="pres">
      <dgm:prSet presAssocID="{20B59826-6127-444B-8BBF-FA0BB4D5A923}" presName="bgRect" presStyleLbl="bgShp" presStyleIdx="1" presStyleCnt="5"/>
      <dgm:spPr/>
    </dgm:pt>
    <dgm:pt modelId="{45C29BB3-3D81-4D8E-B5A0-28A188661072}" type="pres">
      <dgm:prSet presAssocID="{20B59826-6127-444B-8BBF-FA0BB4D5A92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14BDAA4-CDE8-4822-8B35-8217419007FA}" type="pres">
      <dgm:prSet presAssocID="{20B59826-6127-444B-8BBF-FA0BB4D5A923}" presName="spaceRect" presStyleCnt="0"/>
      <dgm:spPr/>
    </dgm:pt>
    <dgm:pt modelId="{D4940A7D-9207-41F4-9553-5FE9D6C18896}" type="pres">
      <dgm:prSet presAssocID="{20B59826-6127-444B-8BBF-FA0BB4D5A923}" presName="parTx" presStyleLbl="revTx" presStyleIdx="1" presStyleCnt="5">
        <dgm:presLayoutVars>
          <dgm:chMax val="0"/>
          <dgm:chPref val="0"/>
        </dgm:presLayoutVars>
      </dgm:prSet>
      <dgm:spPr/>
    </dgm:pt>
    <dgm:pt modelId="{48411BA8-541F-4BB9-8136-76C5B999E388}" type="pres">
      <dgm:prSet presAssocID="{CB957C25-FB0A-4206-B93D-E023810638D4}" presName="sibTrans" presStyleCnt="0"/>
      <dgm:spPr/>
    </dgm:pt>
    <dgm:pt modelId="{23B4DC29-FF20-43DE-9801-D44207C69125}" type="pres">
      <dgm:prSet presAssocID="{46C8FC82-3225-4B52-BE4E-C54BFD7C2DF9}" presName="compNode" presStyleCnt="0"/>
      <dgm:spPr/>
    </dgm:pt>
    <dgm:pt modelId="{78522020-49FB-43AE-B513-194A1D77B6F5}" type="pres">
      <dgm:prSet presAssocID="{46C8FC82-3225-4B52-BE4E-C54BFD7C2DF9}" presName="bgRect" presStyleLbl="bgShp" presStyleIdx="2" presStyleCnt="5"/>
      <dgm:spPr/>
    </dgm:pt>
    <dgm:pt modelId="{89EC2051-7084-443E-A8B9-8A306EB5BC9B}" type="pres">
      <dgm:prSet presAssocID="{46C8FC82-3225-4B52-BE4E-C54BFD7C2DF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4970236D-B91E-466C-A9A2-68FE5F258821}" type="pres">
      <dgm:prSet presAssocID="{46C8FC82-3225-4B52-BE4E-C54BFD7C2DF9}" presName="spaceRect" presStyleCnt="0"/>
      <dgm:spPr/>
    </dgm:pt>
    <dgm:pt modelId="{3D0EFF81-54EF-4D6D-8E0F-DDD89FF99EDF}" type="pres">
      <dgm:prSet presAssocID="{46C8FC82-3225-4B52-BE4E-C54BFD7C2DF9}" presName="parTx" presStyleLbl="revTx" presStyleIdx="2" presStyleCnt="5">
        <dgm:presLayoutVars>
          <dgm:chMax val="0"/>
          <dgm:chPref val="0"/>
        </dgm:presLayoutVars>
      </dgm:prSet>
      <dgm:spPr/>
    </dgm:pt>
    <dgm:pt modelId="{9106E608-8B1A-4741-9611-2E3C1A216E7B}" type="pres">
      <dgm:prSet presAssocID="{DF35DA0E-64F9-441F-8D30-9F3F4F77AC2D}" presName="sibTrans" presStyleCnt="0"/>
      <dgm:spPr/>
    </dgm:pt>
    <dgm:pt modelId="{C3633A84-9297-4C25-ABB5-30C98F30FB9D}" type="pres">
      <dgm:prSet presAssocID="{B1C8DD21-5303-4CD5-B148-AA2F5C569C0F}" presName="compNode" presStyleCnt="0"/>
      <dgm:spPr/>
    </dgm:pt>
    <dgm:pt modelId="{AFAB6420-1D82-495C-B665-DC9488EFE88B}" type="pres">
      <dgm:prSet presAssocID="{B1C8DD21-5303-4CD5-B148-AA2F5C569C0F}" presName="bgRect" presStyleLbl="bgShp" presStyleIdx="3" presStyleCnt="5"/>
      <dgm:spPr/>
    </dgm:pt>
    <dgm:pt modelId="{2043D06E-2146-4233-A02E-20C6E6BE824D}" type="pres">
      <dgm:prSet presAssocID="{B1C8DD21-5303-4CD5-B148-AA2F5C569C0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64A194E-41C7-4208-8965-AFEF0DEB8196}" type="pres">
      <dgm:prSet presAssocID="{B1C8DD21-5303-4CD5-B148-AA2F5C569C0F}" presName="spaceRect" presStyleCnt="0"/>
      <dgm:spPr/>
    </dgm:pt>
    <dgm:pt modelId="{DDFF006A-4616-4648-B643-751BF728B9DE}" type="pres">
      <dgm:prSet presAssocID="{B1C8DD21-5303-4CD5-B148-AA2F5C569C0F}" presName="parTx" presStyleLbl="revTx" presStyleIdx="3" presStyleCnt="5">
        <dgm:presLayoutVars>
          <dgm:chMax val="0"/>
          <dgm:chPref val="0"/>
        </dgm:presLayoutVars>
      </dgm:prSet>
      <dgm:spPr/>
    </dgm:pt>
    <dgm:pt modelId="{4025FD1A-3203-4C2F-A91A-3EE6255A99E1}" type="pres">
      <dgm:prSet presAssocID="{CFA1C3E9-7F75-4A1F-AE4C-3BC347ED45C1}" presName="sibTrans" presStyleCnt="0"/>
      <dgm:spPr/>
    </dgm:pt>
    <dgm:pt modelId="{863DAAAA-5C8A-4AD5-8CB9-30D671E3C40E}" type="pres">
      <dgm:prSet presAssocID="{9F718E6F-BC23-4910-850C-EE98FD62635B}" presName="compNode" presStyleCnt="0"/>
      <dgm:spPr/>
    </dgm:pt>
    <dgm:pt modelId="{5622880E-C7DC-421A-B277-8252C6EBD022}" type="pres">
      <dgm:prSet presAssocID="{9F718E6F-BC23-4910-850C-EE98FD62635B}" presName="bgRect" presStyleLbl="bgShp" presStyleIdx="4" presStyleCnt="5"/>
      <dgm:spPr/>
    </dgm:pt>
    <dgm:pt modelId="{27459179-DFA7-4F3E-8DFC-5A4F4DA398E3}" type="pres">
      <dgm:prSet presAssocID="{9F718E6F-BC23-4910-850C-EE98FD62635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A497F643-24B8-4370-B7F9-211E6CBD0CD3}" type="pres">
      <dgm:prSet presAssocID="{9F718E6F-BC23-4910-850C-EE98FD62635B}" presName="spaceRect" presStyleCnt="0"/>
      <dgm:spPr/>
    </dgm:pt>
    <dgm:pt modelId="{DAB93C3F-85BE-4C69-8EE6-8BE760CB6B57}" type="pres">
      <dgm:prSet presAssocID="{9F718E6F-BC23-4910-850C-EE98FD62635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4403900-476C-4346-9204-29D3E11DC87E}" type="presOf" srcId="{B1C8DD21-5303-4CD5-B148-AA2F5C569C0F}" destId="{DDFF006A-4616-4648-B643-751BF728B9DE}" srcOrd="0" destOrd="0" presId="urn:microsoft.com/office/officeart/2018/2/layout/IconVerticalSolidList"/>
    <dgm:cxn modelId="{60475D2F-0C52-4063-9098-511B2C976250}" type="presOf" srcId="{9F718E6F-BC23-4910-850C-EE98FD62635B}" destId="{DAB93C3F-85BE-4C69-8EE6-8BE760CB6B57}" srcOrd="0" destOrd="0" presId="urn:microsoft.com/office/officeart/2018/2/layout/IconVerticalSolidList"/>
    <dgm:cxn modelId="{12D7003A-CC36-49BF-B9C2-A497B188FEA1}" srcId="{96CE4321-316F-4B2F-8B75-E353E4461386}" destId="{46C8FC82-3225-4B52-BE4E-C54BFD7C2DF9}" srcOrd="2" destOrd="0" parTransId="{7DAE40DE-5F78-4201-839A-F612A45F1365}" sibTransId="{DF35DA0E-64F9-441F-8D30-9F3F4F77AC2D}"/>
    <dgm:cxn modelId="{627E703B-FEFB-4076-9921-D9C184437804}" srcId="{96CE4321-316F-4B2F-8B75-E353E4461386}" destId="{B1C8DD21-5303-4CD5-B148-AA2F5C569C0F}" srcOrd="3" destOrd="0" parTransId="{4C09D41A-DD9C-44CF-8172-16938932A141}" sibTransId="{CFA1C3E9-7F75-4A1F-AE4C-3BC347ED45C1}"/>
    <dgm:cxn modelId="{E91B785B-35C6-4F69-BD8A-05B42094DD72}" srcId="{96CE4321-316F-4B2F-8B75-E353E4461386}" destId="{20B59826-6127-444B-8BBF-FA0BB4D5A923}" srcOrd="1" destOrd="0" parTransId="{3E80B830-A38D-4EF4-A8DC-6FE846D857D3}" sibTransId="{CB957C25-FB0A-4206-B93D-E023810638D4}"/>
    <dgm:cxn modelId="{0478F860-DDFA-47C3-8327-619DF7F1FD18}" srcId="{96CE4321-316F-4B2F-8B75-E353E4461386}" destId="{9F718E6F-BC23-4910-850C-EE98FD62635B}" srcOrd="4" destOrd="0" parTransId="{7CB22251-8F7A-43B5-83CE-5C82543A2EB8}" sibTransId="{F9F8989C-B712-48E3-856C-11844A0A6770}"/>
    <dgm:cxn modelId="{93F12B80-0628-4552-9E72-5C9B40FC24A9}" srcId="{96CE4321-316F-4B2F-8B75-E353E4461386}" destId="{EC11C8C1-8126-44AD-9387-87A092DA7AD7}" srcOrd="0" destOrd="0" parTransId="{282C01D4-37E1-4076-A0E5-543489142340}" sibTransId="{25E8EB60-5FE0-4C5A-8B58-903F481A9E5C}"/>
    <dgm:cxn modelId="{95822B8C-8599-4CEA-A653-2D549AD9F256}" type="presOf" srcId="{46C8FC82-3225-4B52-BE4E-C54BFD7C2DF9}" destId="{3D0EFF81-54EF-4D6D-8E0F-DDD89FF99EDF}" srcOrd="0" destOrd="0" presId="urn:microsoft.com/office/officeart/2018/2/layout/IconVerticalSolidList"/>
    <dgm:cxn modelId="{CD9483AA-3798-482A-A0B3-9915880F0FBD}" type="presOf" srcId="{20B59826-6127-444B-8BBF-FA0BB4D5A923}" destId="{D4940A7D-9207-41F4-9553-5FE9D6C18896}" srcOrd="0" destOrd="0" presId="urn:microsoft.com/office/officeart/2018/2/layout/IconVerticalSolidList"/>
    <dgm:cxn modelId="{E38D98D3-FA4D-4194-A4D8-0833C2DDC9BE}" type="presOf" srcId="{96CE4321-316F-4B2F-8B75-E353E4461386}" destId="{9417199A-038E-4C7C-B81F-3E15235C2B6B}" srcOrd="0" destOrd="0" presId="urn:microsoft.com/office/officeart/2018/2/layout/IconVerticalSolidList"/>
    <dgm:cxn modelId="{09785ED5-0B24-49D0-B17B-8CEA99E85445}" type="presOf" srcId="{EC11C8C1-8126-44AD-9387-87A092DA7AD7}" destId="{859C58FF-2718-4AB7-8529-2DF924D198B2}" srcOrd="0" destOrd="0" presId="urn:microsoft.com/office/officeart/2018/2/layout/IconVerticalSolidList"/>
    <dgm:cxn modelId="{9C642679-6349-4C98-BEAA-58C6F044A8F2}" type="presParOf" srcId="{9417199A-038E-4C7C-B81F-3E15235C2B6B}" destId="{56158BFD-3391-48BD-8019-8DEA2A5F1D06}" srcOrd="0" destOrd="0" presId="urn:microsoft.com/office/officeart/2018/2/layout/IconVerticalSolidList"/>
    <dgm:cxn modelId="{0BAC9415-54BD-4398-9536-6F194C2900AD}" type="presParOf" srcId="{56158BFD-3391-48BD-8019-8DEA2A5F1D06}" destId="{021F685C-605A-4710-BC0B-E069DCA2A579}" srcOrd="0" destOrd="0" presId="urn:microsoft.com/office/officeart/2018/2/layout/IconVerticalSolidList"/>
    <dgm:cxn modelId="{B18CDF55-9645-42EB-8BC7-44B28BC2074A}" type="presParOf" srcId="{56158BFD-3391-48BD-8019-8DEA2A5F1D06}" destId="{11457144-4835-431D-9374-2CE98EAEAC86}" srcOrd="1" destOrd="0" presId="urn:microsoft.com/office/officeart/2018/2/layout/IconVerticalSolidList"/>
    <dgm:cxn modelId="{E8DCC473-8390-4569-BEA6-34F17AAF12B6}" type="presParOf" srcId="{56158BFD-3391-48BD-8019-8DEA2A5F1D06}" destId="{1A363BDF-5FBE-4BAF-B5FE-054D8A2D6D67}" srcOrd="2" destOrd="0" presId="urn:microsoft.com/office/officeart/2018/2/layout/IconVerticalSolidList"/>
    <dgm:cxn modelId="{CC0CAA24-5657-462C-8B2F-E1B301AB70D0}" type="presParOf" srcId="{56158BFD-3391-48BD-8019-8DEA2A5F1D06}" destId="{859C58FF-2718-4AB7-8529-2DF924D198B2}" srcOrd="3" destOrd="0" presId="urn:microsoft.com/office/officeart/2018/2/layout/IconVerticalSolidList"/>
    <dgm:cxn modelId="{C3FC2B08-C21E-452B-971F-8767315A902C}" type="presParOf" srcId="{9417199A-038E-4C7C-B81F-3E15235C2B6B}" destId="{C077F171-0598-44AA-BC0D-B7187A31D026}" srcOrd="1" destOrd="0" presId="urn:microsoft.com/office/officeart/2018/2/layout/IconVerticalSolidList"/>
    <dgm:cxn modelId="{57AA8D5A-EC0C-41D6-83A7-75CC86E157DB}" type="presParOf" srcId="{9417199A-038E-4C7C-B81F-3E15235C2B6B}" destId="{0A370212-D76D-4041-A367-1ED004B9FF23}" srcOrd="2" destOrd="0" presId="urn:microsoft.com/office/officeart/2018/2/layout/IconVerticalSolidList"/>
    <dgm:cxn modelId="{3D2B19B1-FBFF-4F0D-84BA-691EA8ED7AE5}" type="presParOf" srcId="{0A370212-D76D-4041-A367-1ED004B9FF23}" destId="{C02F3159-9538-4CD4-B2F5-3B736CF6C732}" srcOrd="0" destOrd="0" presId="urn:microsoft.com/office/officeart/2018/2/layout/IconVerticalSolidList"/>
    <dgm:cxn modelId="{89057389-ACC8-4D76-BA2F-04ABEEBEEE3C}" type="presParOf" srcId="{0A370212-D76D-4041-A367-1ED004B9FF23}" destId="{45C29BB3-3D81-4D8E-B5A0-28A188661072}" srcOrd="1" destOrd="0" presId="urn:microsoft.com/office/officeart/2018/2/layout/IconVerticalSolidList"/>
    <dgm:cxn modelId="{5FF6230C-530A-4F3B-ACE1-40BB76A4F28E}" type="presParOf" srcId="{0A370212-D76D-4041-A367-1ED004B9FF23}" destId="{F14BDAA4-CDE8-4822-8B35-8217419007FA}" srcOrd="2" destOrd="0" presId="urn:microsoft.com/office/officeart/2018/2/layout/IconVerticalSolidList"/>
    <dgm:cxn modelId="{7F83DD36-702F-44CB-A583-0CBA336CB6D2}" type="presParOf" srcId="{0A370212-D76D-4041-A367-1ED004B9FF23}" destId="{D4940A7D-9207-41F4-9553-5FE9D6C18896}" srcOrd="3" destOrd="0" presId="urn:microsoft.com/office/officeart/2018/2/layout/IconVerticalSolidList"/>
    <dgm:cxn modelId="{B236B9B7-2CDB-4001-BEA4-2E16E717ED44}" type="presParOf" srcId="{9417199A-038E-4C7C-B81F-3E15235C2B6B}" destId="{48411BA8-541F-4BB9-8136-76C5B999E388}" srcOrd="3" destOrd="0" presId="urn:microsoft.com/office/officeart/2018/2/layout/IconVerticalSolidList"/>
    <dgm:cxn modelId="{FC041C75-8179-4694-AE59-E932A82926DB}" type="presParOf" srcId="{9417199A-038E-4C7C-B81F-3E15235C2B6B}" destId="{23B4DC29-FF20-43DE-9801-D44207C69125}" srcOrd="4" destOrd="0" presId="urn:microsoft.com/office/officeart/2018/2/layout/IconVerticalSolidList"/>
    <dgm:cxn modelId="{0D2A0F3D-32B7-407E-A798-679F46E8135C}" type="presParOf" srcId="{23B4DC29-FF20-43DE-9801-D44207C69125}" destId="{78522020-49FB-43AE-B513-194A1D77B6F5}" srcOrd="0" destOrd="0" presId="urn:microsoft.com/office/officeart/2018/2/layout/IconVerticalSolidList"/>
    <dgm:cxn modelId="{6DC844E2-3386-4766-95EF-521D5B941FBA}" type="presParOf" srcId="{23B4DC29-FF20-43DE-9801-D44207C69125}" destId="{89EC2051-7084-443E-A8B9-8A306EB5BC9B}" srcOrd="1" destOrd="0" presId="urn:microsoft.com/office/officeart/2018/2/layout/IconVerticalSolidList"/>
    <dgm:cxn modelId="{D652B96C-A831-4735-9737-D7DD3667704D}" type="presParOf" srcId="{23B4DC29-FF20-43DE-9801-D44207C69125}" destId="{4970236D-B91E-466C-A9A2-68FE5F258821}" srcOrd="2" destOrd="0" presId="urn:microsoft.com/office/officeart/2018/2/layout/IconVerticalSolidList"/>
    <dgm:cxn modelId="{731E0791-11D2-4D84-A314-9FB65E7ABA3B}" type="presParOf" srcId="{23B4DC29-FF20-43DE-9801-D44207C69125}" destId="{3D0EFF81-54EF-4D6D-8E0F-DDD89FF99EDF}" srcOrd="3" destOrd="0" presId="urn:microsoft.com/office/officeart/2018/2/layout/IconVerticalSolidList"/>
    <dgm:cxn modelId="{94125EAF-9B93-45B2-BA0D-13CCB3524CEE}" type="presParOf" srcId="{9417199A-038E-4C7C-B81F-3E15235C2B6B}" destId="{9106E608-8B1A-4741-9611-2E3C1A216E7B}" srcOrd="5" destOrd="0" presId="urn:microsoft.com/office/officeart/2018/2/layout/IconVerticalSolidList"/>
    <dgm:cxn modelId="{DCA00214-4BD9-42A5-9CBC-477C0E93BBFA}" type="presParOf" srcId="{9417199A-038E-4C7C-B81F-3E15235C2B6B}" destId="{C3633A84-9297-4C25-ABB5-30C98F30FB9D}" srcOrd="6" destOrd="0" presId="urn:microsoft.com/office/officeart/2018/2/layout/IconVerticalSolidList"/>
    <dgm:cxn modelId="{0892E140-BA46-4536-B740-00ECDFFD331B}" type="presParOf" srcId="{C3633A84-9297-4C25-ABB5-30C98F30FB9D}" destId="{AFAB6420-1D82-495C-B665-DC9488EFE88B}" srcOrd="0" destOrd="0" presId="urn:microsoft.com/office/officeart/2018/2/layout/IconVerticalSolidList"/>
    <dgm:cxn modelId="{B2A237C3-F04E-40EC-ADE0-90E2E18A7D63}" type="presParOf" srcId="{C3633A84-9297-4C25-ABB5-30C98F30FB9D}" destId="{2043D06E-2146-4233-A02E-20C6E6BE824D}" srcOrd="1" destOrd="0" presId="urn:microsoft.com/office/officeart/2018/2/layout/IconVerticalSolidList"/>
    <dgm:cxn modelId="{36DA6675-849B-4633-BD4E-AAF15B3A43B5}" type="presParOf" srcId="{C3633A84-9297-4C25-ABB5-30C98F30FB9D}" destId="{F64A194E-41C7-4208-8965-AFEF0DEB8196}" srcOrd="2" destOrd="0" presId="urn:microsoft.com/office/officeart/2018/2/layout/IconVerticalSolidList"/>
    <dgm:cxn modelId="{447526A2-82D3-4AD2-B42B-B948CBC59001}" type="presParOf" srcId="{C3633A84-9297-4C25-ABB5-30C98F30FB9D}" destId="{DDFF006A-4616-4648-B643-751BF728B9DE}" srcOrd="3" destOrd="0" presId="urn:microsoft.com/office/officeart/2018/2/layout/IconVerticalSolidList"/>
    <dgm:cxn modelId="{CD64A0E8-5F77-47F1-A00C-6403F4CB026B}" type="presParOf" srcId="{9417199A-038E-4C7C-B81F-3E15235C2B6B}" destId="{4025FD1A-3203-4C2F-A91A-3EE6255A99E1}" srcOrd="7" destOrd="0" presId="urn:microsoft.com/office/officeart/2018/2/layout/IconVerticalSolidList"/>
    <dgm:cxn modelId="{F744D469-7C8B-4B30-8BC2-4E947958796B}" type="presParOf" srcId="{9417199A-038E-4C7C-B81F-3E15235C2B6B}" destId="{863DAAAA-5C8A-4AD5-8CB9-30D671E3C40E}" srcOrd="8" destOrd="0" presId="urn:microsoft.com/office/officeart/2018/2/layout/IconVerticalSolidList"/>
    <dgm:cxn modelId="{DF4EB7BA-CA19-4AFE-845B-A6EE73FAB5E3}" type="presParOf" srcId="{863DAAAA-5C8A-4AD5-8CB9-30D671E3C40E}" destId="{5622880E-C7DC-421A-B277-8252C6EBD022}" srcOrd="0" destOrd="0" presId="urn:microsoft.com/office/officeart/2018/2/layout/IconVerticalSolidList"/>
    <dgm:cxn modelId="{5D83DE68-B015-4F06-A282-A72E99964394}" type="presParOf" srcId="{863DAAAA-5C8A-4AD5-8CB9-30D671E3C40E}" destId="{27459179-DFA7-4F3E-8DFC-5A4F4DA398E3}" srcOrd="1" destOrd="0" presId="urn:microsoft.com/office/officeart/2018/2/layout/IconVerticalSolidList"/>
    <dgm:cxn modelId="{41474006-B3B3-4102-BDB5-A0943EDC444F}" type="presParOf" srcId="{863DAAAA-5C8A-4AD5-8CB9-30D671E3C40E}" destId="{A497F643-24B8-4370-B7F9-211E6CBD0CD3}" srcOrd="2" destOrd="0" presId="urn:microsoft.com/office/officeart/2018/2/layout/IconVerticalSolidList"/>
    <dgm:cxn modelId="{7705E71D-9A85-4D88-95D7-E6209D3D27EF}" type="presParOf" srcId="{863DAAAA-5C8A-4AD5-8CB9-30D671E3C40E}" destId="{DAB93C3F-85BE-4C69-8EE6-8BE760CB6B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24B9A0-1299-430B-A645-B32B1262805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A02549F-8575-49B2-AC81-1E955FF1F01A}">
      <dgm:prSet/>
      <dgm:spPr/>
      <dgm:t>
        <a:bodyPr/>
        <a:lstStyle/>
        <a:p>
          <a:r>
            <a:rPr lang="en-US"/>
            <a:t>Sharafaldin et al. – CIC-DDoS-2019 realistic multi-vector dataset.</a:t>
          </a:r>
        </a:p>
      </dgm:t>
    </dgm:pt>
    <dgm:pt modelId="{01A0E05A-85EF-4651-992B-43C79E4F4661}" type="parTrans" cxnId="{A953B868-07F6-4544-8A07-2D5F966D6A65}">
      <dgm:prSet/>
      <dgm:spPr/>
      <dgm:t>
        <a:bodyPr/>
        <a:lstStyle/>
        <a:p>
          <a:endParaRPr lang="en-US"/>
        </a:p>
      </dgm:t>
    </dgm:pt>
    <dgm:pt modelId="{19579D2D-EE59-419B-84CB-8F0163FA725A}" type="sibTrans" cxnId="{A953B868-07F6-4544-8A07-2D5F966D6A65}">
      <dgm:prSet/>
      <dgm:spPr/>
      <dgm:t>
        <a:bodyPr/>
        <a:lstStyle/>
        <a:p>
          <a:endParaRPr lang="en-US"/>
        </a:p>
      </dgm:t>
    </dgm:pt>
    <dgm:pt modelId="{60B3D551-C1EE-47C1-9703-EBA1FEE773F0}">
      <dgm:prSet/>
      <dgm:spPr/>
      <dgm:t>
        <a:bodyPr/>
        <a:lstStyle/>
        <a:p>
          <a:r>
            <a:rPr lang="en-US"/>
            <a:t>Kreps et al. – Apache Kafka for high-volume log processing.</a:t>
          </a:r>
        </a:p>
      </dgm:t>
    </dgm:pt>
    <dgm:pt modelId="{BB184DBD-DC9D-4D1D-BFDA-321AD4E2E49A}" type="parTrans" cxnId="{91364F2D-FC01-4808-AE32-E22EC894B841}">
      <dgm:prSet/>
      <dgm:spPr/>
      <dgm:t>
        <a:bodyPr/>
        <a:lstStyle/>
        <a:p>
          <a:endParaRPr lang="en-US"/>
        </a:p>
      </dgm:t>
    </dgm:pt>
    <dgm:pt modelId="{FFF5C6E4-B9C8-43B2-B635-AF0BB1A8E79F}" type="sibTrans" cxnId="{91364F2D-FC01-4808-AE32-E22EC894B841}">
      <dgm:prSet/>
      <dgm:spPr/>
      <dgm:t>
        <a:bodyPr/>
        <a:lstStyle/>
        <a:p>
          <a:endParaRPr lang="en-US"/>
        </a:p>
      </dgm:t>
    </dgm:pt>
    <dgm:pt modelId="{4C18D25C-1756-4484-B909-73F6940360EC}">
      <dgm:prSet/>
      <dgm:spPr/>
      <dgm:t>
        <a:bodyPr/>
        <a:lstStyle/>
        <a:p>
          <a:r>
            <a:rPr lang="en-US"/>
            <a:t>Recent works combine statistical flow features with deep learning (CNNs).</a:t>
          </a:r>
        </a:p>
      </dgm:t>
    </dgm:pt>
    <dgm:pt modelId="{B2FDC72F-EFDC-4B48-AE37-7C4E733D950D}" type="parTrans" cxnId="{E32B6FB5-1101-4EE8-97B8-DAD79CB3138B}">
      <dgm:prSet/>
      <dgm:spPr/>
      <dgm:t>
        <a:bodyPr/>
        <a:lstStyle/>
        <a:p>
          <a:endParaRPr lang="en-US"/>
        </a:p>
      </dgm:t>
    </dgm:pt>
    <dgm:pt modelId="{DDD06F7F-8467-47F2-92A8-574DFB10DF66}" type="sibTrans" cxnId="{E32B6FB5-1101-4EE8-97B8-DAD79CB3138B}">
      <dgm:prSet/>
      <dgm:spPr/>
      <dgm:t>
        <a:bodyPr/>
        <a:lstStyle/>
        <a:p>
          <a:endParaRPr lang="en-US"/>
        </a:p>
      </dgm:t>
    </dgm:pt>
    <dgm:pt modelId="{1F725CA9-0535-4E09-ACBE-95E1B1FFD035}" type="pres">
      <dgm:prSet presAssocID="{9D24B9A0-1299-430B-A645-B32B1262805C}" presName="root" presStyleCnt="0">
        <dgm:presLayoutVars>
          <dgm:dir/>
          <dgm:resizeHandles val="exact"/>
        </dgm:presLayoutVars>
      </dgm:prSet>
      <dgm:spPr/>
    </dgm:pt>
    <dgm:pt modelId="{431EC090-9490-4129-B751-F77616594533}" type="pres">
      <dgm:prSet presAssocID="{CA02549F-8575-49B2-AC81-1E955FF1F01A}" presName="compNode" presStyleCnt="0"/>
      <dgm:spPr/>
    </dgm:pt>
    <dgm:pt modelId="{2D8FC405-5CD3-4466-8530-F3F374FD5995}" type="pres">
      <dgm:prSet presAssocID="{CA02549F-8575-49B2-AC81-1E955FF1F01A}" presName="bgRect" presStyleLbl="bgShp" presStyleIdx="0" presStyleCnt="3"/>
      <dgm:spPr/>
    </dgm:pt>
    <dgm:pt modelId="{163FF07C-98CA-4E65-ADB7-523EC9426256}" type="pres">
      <dgm:prSet presAssocID="{CA02549F-8575-49B2-AC81-1E955FF1F01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48CD10A-CD67-4574-B03C-072E072C3F31}" type="pres">
      <dgm:prSet presAssocID="{CA02549F-8575-49B2-AC81-1E955FF1F01A}" presName="spaceRect" presStyleCnt="0"/>
      <dgm:spPr/>
    </dgm:pt>
    <dgm:pt modelId="{08C15524-E801-4E3D-93D2-1B175AA527C6}" type="pres">
      <dgm:prSet presAssocID="{CA02549F-8575-49B2-AC81-1E955FF1F01A}" presName="parTx" presStyleLbl="revTx" presStyleIdx="0" presStyleCnt="3">
        <dgm:presLayoutVars>
          <dgm:chMax val="0"/>
          <dgm:chPref val="0"/>
        </dgm:presLayoutVars>
      </dgm:prSet>
      <dgm:spPr/>
    </dgm:pt>
    <dgm:pt modelId="{FA40CCCF-3A68-4908-806A-6760B2AD6B25}" type="pres">
      <dgm:prSet presAssocID="{19579D2D-EE59-419B-84CB-8F0163FA725A}" presName="sibTrans" presStyleCnt="0"/>
      <dgm:spPr/>
    </dgm:pt>
    <dgm:pt modelId="{F7E9446C-871F-41DE-A61E-4697D0D0E93E}" type="pres">
      <dgm:prSet presAssocID="{60B3D551-C1EE-47C1-9703-EBA1FEE773F0}" presName="compNode" presStyleCnt="0"/>
      <dgm:spPr/>
    </dgm:pt>
    <dgm:pt modelId="{DBBCD057-C329-4158-8435-EABEB8E777B6}" type="pres">
      <dgm:prSet presAssocID="{60B3D551-C1EE-47C1-9703-EBA1FEE773F0}" presName="bgRect" presStyleLbl="bgShp" presStyleIdx="1" presStyleCnt="3"/>
      <dgm:spPr/>
    </dgm:pt>
    <dgm:pt modelId="{7F6E99CB-2485-4E54-A567-4C4321598659}" type="pres">
      <dgm:prSet presAssocID="{60B3D551-C1EE-47C1-9703-EBA1FEE773F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DF73B15-43AA-44CF-A397-9EBF448867D2}" type="pres">
      <dgm:prSet presAssocID="{60B3D551-C1EE-47C1-9703-EBA1FEE773F0}" presName="spaceRect" presStyleCnt="0"/>
      <dgm:spPr/>
    </dgm:pt>
    <dgm:pt modelId="{9AA3098C-4100-41CF-8C1B-4756191088D0}" type="pres">
      <dgm:prSet presAssocID="{60B3D551-C1EE-47C1-9703-EBA1FEE773F0}" presName="parTx" presStyleLbl="revTx" presStyleIdx="1" presStyleCnt="3">
        <dgm:presLayoutVars>
          <dgm:chMax val="0"/>
          <dgm:chPref val="0"/>
        </dgm:presLayoutVars>
      </dgm:prSet>
      <dgm:spPr/>
    </dgm:pt>
    <dgm:pt modelId="{5BAECA7C-BC87-4302-BA52-5A8B3AA1423A}" type="pres">
      <dgm:prSet presAssocID="{FFF5C6E4-B9C8-43B2-B635-AF0BB1A8E79F}" presName="sibTrans" presStyleCnt="0"/>
      <dgm:spPr/>
    </dgm:pt>
    <dgm:pt modelId="{EB95B47D-A195-4CD8-B6D4-57F63FE10AD4}" type="pres">
      <dgm:prSet presAssocID="{4C18D25C-1756-4484-B909-73F6940360EC}" presName="compNode" presStyleCnt="0"/>
      <dgm:spPr/>
    </dgm:pt>
    <dgm:pt modelId="{8CE8CE38-2838-4099-88FA-F3B31D364EE5}" type="pres">
      <dgm:prSet presAssocID="{4C18D25C-1756-4484-B909-73F6940360EC}" presName="bgRect" presStyleLbl="bgShp" presStyleIdx="2" presStyleCnt="3"/>
      <dgm:spPr/>
    </dgm:pt>
    <dgm:pt modelId="{C02B8223-859F-4D36-830D-F5AE8DFB118A}" type="pres">
      <dgm:prSet presAssocID="{4C18D25C-1756-4484-B909-73F6940360E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53085CD-20CC-4175-A667-7E6E6A0CA02A}" type="pres">
      <dgm:prSet presAssocID="{4C18D25C-1756-4484-B909-73F6940360EC}" presName="spaceRect" presStyleCnt="0"/>
      <dgm:spPr/>
    </dgm:pt>
    <dgm:pt modelId="{602205FD-09A5-4ED9-98A8-7D09C3AC6681}" type="pres">
      <dgm:prSet presAssocID="{4C18D25C-1756-4484-B909-73F6940360E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1364F2D-FC01-4808-AE32-E22EC894B841}" srcId="{9D24B9A0-1299-430B-A645-B32B1262805C}" destId="{60B3D551-C1EE-47C1-9703-EBA1FEE773F0}" srcOrd="1" destOrd="0" parTransId="{BB184DBD-DC9D-4D1D-BFDA-321AD4E2E49A}" sibTransId="{FFF5C6E4-B9C8-43B2-B635-AF0BB1A8E79F}"/>
    <dgm:cxn modelId="{61710757-29A3-4FDC-8DA7-049A30775117}" type="presOf" srcId="{60B3D551-C1EE-47C1-9703-EBA1FEE773F0}" destId="{9AA3098C-4100-41CF-8C1B-4756191088D0}" srcOrd="0" destOrd="0" presId="urn:microsoft.com/office/officeart/2018/2/layout/IconVerticalSolidList"/>
    <dgm:cxn modelId="{E6B59966-C33D-428F-88AF-0CBD9DB0C394}" type="presOf" srcId="{9D24B9A0-1299-430B-A645-B32B1262805C}" destId="{1F725CA9-0535-4E09-ACBE-95E1B1FFD035}" srcOrd="0" destOrd="0" presId="urn:microsoft.com/office/officeart/2018/2/layout/IconVerticalSolidList"/>
    <dgm:cxn modelId="{A953B868-07F6-4544-8A07-2D5F966D6A65}" srcId="{9D24B9A0-1299-430B-A645-B32B1262805C}" destId="{CA02549F-8575-49B2-AC81-1E955FF1F01A}" srcOrd="0" destOrd="0" parTransId="{01A0E05A-85EF-4651-992B-43C79E4F4661}" sibTransId="{19579D2D-EE59-419B-84CB-8F0163FA725A}"/>
    <dgm:cxn modelId="{E32B6FB5-1101-4EE8-97B8-DAD79CB3138B}" srcId="{9D24B9A0-1299-430B-A645-B32B1262805C}" destId="{4C18D25C-1756-4484-B909-73F6940360EC}" srcOrd="2" destOrd="0" parTransId="{B2FDC72F-EFDC-4B48-AE37-7C4E733D950D}" sibTransId="{DDD06F7F-8467-47F2-92A8-574DFB10DF66}"/>
    <dgm:cxn modelId="{F80D77F3-0FD9-4031-B4F6-403A394BB403}" type="presOf" srcId="{CA02549F-8575-49B2-AC81-1E955FF1F01A}" destId="{08C15524-E801-4E3D-93D2-1B175AA527C6}" srcOrd="0" destOrd="0" presId="urn:microsoft.com/office/officeart/2018/2/layout/IconVerticalSolidList"/>
    <dgm:cxn modelId="{7D109EF5-53D0-49C7-BA6C-714019BE69AA}" type="presOf" srcId="{4C18D25C-1756-4484-B909-73F6940360EC}" destId="{602205FD-09A5-4ED9-98A8-7D09C3AC6681}" srcOrd="0" destOrd="0" presId="urn:microsoft.com/office/officeart/2018/2/layout/IconVerticalSolidList"/>
    <dgm:cxn modelId="{88D41149-2A9D-41C1-B89E-4B1760EBC65F}" type="presParOf" srcId="{1F725CA9-0535-4E09-ACBE-95E1B1FFD035}" destId="{431EC090-9490-4129-B751-F77616594533}" srcOrd="0" destOrd="0" presId="urn:microsoft.com/office/officeart/2018/2/layout/IconVerticalSolidList"/>
    <dgm:cxn modelId="{FAF289E9-4672-414E-B793-10AAB0F5651A}" type="presParOf" srcId="{431EC090-9490-4129-B751-F77616594533}" destId="{2D8FC405-5CD3-4466-8530-F3F374FD5995}" srcOrd="0" destOrd="0" presId="urn:microsoft.com/office/officeart/2018/2/layout/IconVerticalSolidList"/>
    <dgm:cxn modelId="{DE9811B1-0010-4D16-9941-91E43ED89B3E}" type="presParOf" srcId="{431EC090-9490-4129-B751-F77616594533}" destId="{163FF07C-98CA-4E65-ADB7-523EC9426256}" srcOrd="1" destOrd="0" presId="urn:microsoft.com/office/officeart/2018/2/layout/IconVerticalSolidList"/>
    <dgm:cxn modelId="{0FD693D9-B72E-468A-8A15-DAB8C08E6EC3}" type="presParOf" srcId="{431EC090-9490-4129-B751-F77616594533}" destId="{E48CD10A-CD67-4574-B03C-072E072C3F31}" srcOrd="2" destOrd="0" presId="urn:microsoft.com/office/officeart/2018/2/layout/IconVerticalSolidList"/>
    <dgm:cxn modelId="{957259B7-50E2-472C-9726-C093D45088F1}" type="presParOf" srcId="{431EC090-9490-4129-B751-F77616594533}" destId="{08C15524-E801-4E3D-93D2-1B175AA527C6}" srcOrd="3" destOrd="0" presId="urn:microsoft.com/office/officeart/2018/2/layout/IconVerticalSolidList"/>
    <dgm:cxn modelId="{0BCBA8EE-987A-4146-AD47-DB715900FAC3}" type="presParOf" srcId="{1F725CA9-0535-4E09-ACBE-95E1B1FFD035}" destId="{FA40CCCF-3A68-4908-806A-6760B2AD6B25}" srcOrd="1" destOrd="0" presId="urn:microsoft.com/office/officeart/2018/2/layout/IconVerticalSolidList"/>
    <dgm:cxn modelId="{A65520AB-9021-45DD-BB88-DDE61297FD01}" type="presParOf" srcId="{1F725CA9-0535-4E09-ACBE-95E1B1FFD035}" destId="{F7E9446C-871F-41DE-A61E-4697D0D0E93E}" srcOrd="2" destOrd="0" presId="urn:microsoft.com/office/officeart/2018/2/layout/IconVerticalSolidList"/>
    <dgm:cxn modelId="{AF01CE30-6163-490E-8A87-D1D66392EFDE}" type="presParOf" srcId="{F7E9446C-871F-41DE-A61E-4697D0D0E93E}" destId="{DBBCD057-C329-4158-8435-EABEB8E777B6}" srcOrd="0" destOrd="0" presId="urn:microsoft.com/office/officeart/2018/2/layout/IconVerticalSolidList"/>
    <dgm:cxn modelId="{4C54C8CC-4654-4F31-9E05-7B424C1B713D}" type="presParOf" srcId="{F7E9446C-871F-41DE-A61E-4697D0D0E93E}" destId="{7F6E99CB-2485-4E54-A567-4C4321598659}" srcOrd="1" destOrd="0" presId="urn:microsoft.com/office/officeart/2018/2/layout/IconVerticalSolidList"/>
    <dgm:cxn modelId="{2687F4E7-CE9C-40EE-B15A-EF951B6F8C28}" type="presParOf" srcId="{F7E9446C-871F-41DE-A61E-4697D0D0E93E}" destId="{2DF73B15-43AA-44CF-A397-9EBF448867D2}" srcOrd="2" destOrd="0" presId="urn:microsoft.com/office/officeart/2018/2/layout/IconVerticalSolidList"/>
    <dgm:cxn modelId="{40C0875E-DDF9-4AD3-B200-C3D30FC6064B}" type="presParOf" srcId="{F7E9446C-871F-41DE-A61E-4697D0D0E93E}" destId="{9AA3098C-4100-41CF-8C1B-4756191088D0}" srcOrd="3" destOrd="0" presId="urn:microsoft.com/office/officeart/2018/2/layout/IconVerticalSolidList"/>
    <dgm:cxn modelId="{5C3CE914-54FA-4255-9A32-2FB40DE9E6AA}" type="presParOf" srcId="{1F725CA9-0535-4E09-ACBE-95E1B1FFD035}" destId="{5BAECA7C-BC87-4302-BA52-5A8B3AA1423A}" srcOrd="3" destOrd="0" presId="urn:microsoft.com/office/officeart/2018/2/layout/IconVerticalSolidList"/>
    <dgm:cxn modelId="{E483A045-D87D-4783-8B18-4BF2ABB3CB27}" type="presParOf" srcId="{1F725CA9-0535-4E09-ACBE-95E1B1FFD035}" destId="{EB95B47D-A195-4CD8-B6D4-57F63FE10AD4}" srcOrd="4" destOrd="0" presId="urn:microsoft.com/office/officeart/2018/2/layout/IconVerticalSolidList"/>
    <dgm:cxn modelId="{B499D3ED-1597-465D-B987-B8B2C743D80E}" type="presParOf" srcId="{EB95B47D-A195-4CD8-B6D4-57F63FE10AD4}" destId="{8CE8CE38-2838-4099-88FA-F3B31D364EE5}" srcOrd="0" destOrd="0" presId="urn:microsoft.com/office/officeart/2018/2/layout/IconVerticalSolidList"/>
    <dgm:cxn modelId="{755F34AF-76FE-49EA-8FC8-17E7970EB189}" type="presParOf" srcId="{EB95B47D-A195-4CD8-B6D4-57F63FE10AD4}" destId="{C02B8223-859F-4D36-830D-F5AE8DFB118A}" srcOrd="1" destOrd="0" presId="urn:microsoft.com/office/officeart/2018/2/layout/IconVerticalSolidList"/>
    <dgm:cxn modelId="{BD950613-7608-421A-8200-075FE83B9954}" type="presParOf" srcId="{EB95B47D-A195-4CD8-B6D4-57F63FE10AD4}" destId="{853085CD-20CC-4175-A667-7E6E6A0CA02A}" srcOrd="2" destOrd="0" presId="urn:microsoft.com/office/officeart/2018/2/layout/IconVerticalSolidList"/>
    <dgm:cxn modelId="{CBF5416A-CBDF-4E6F-9F55-B0950D9F7FE8}" type="presParOf" srcId="{EB95B47D-A195-4CD8-B6D4-57F63FE10AD4}" destId="{602205FD-09A5-4ED9-98A8-7D09C3AC66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46A213B-B709-45F1-9D71-530E205218B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8F5471-066F-48BA-831F-7E8FC22B5832}">
      <dgm:prSet/>
      <dgm:spPr/>
      <dgm:t>
        <a:bodyPr/>
        <a:lstStyle/>
        <a:p>
          <a:r>
            <a:rPr lang="en-US"/>
            <a:t>Packet Capture Layer (AF_PACKET / Scapy).</a:t>
          </a:r>
        </a:p>
      </dgm:t>
    </dgm:pt>
    <dgm:pt modelId="{E6473422-39F4-43B1-8106-06CE7694FA99}" type="parTrans" cxnId="{45E93D80-F71E-4D61-9405-2DA82603A691}">
      <dgm:prSet/>
      <dgm:spPr/>
      <dgm:t>
        <a:bodyPr/>
        <a:lstStyle/>
        <a:p>
          <a:endParaRPr lang="en-US"/>
        </a:p>
      </dgm:t>
    </dgm:pt>
    <dgm:pt modelId="{7891282F-28A6-4600-A651-A89FD4234D52}" type="sibTrans" cxnId="{45E93D80-F71E-4D61-9405-2DA82603A691}">
      <dgm:prSet/>
      <dgm:spPr/>
      <dgm:t>
        <a:bodyPr/>
        <a:lstStyle/>
        <a:p>
          <a:endParaRPr lang="en-US"/>
        </a:p>
      </dgm:t>
    </dgm:pt>
    <dgm:pt modelId="{85F195A2-CB7B-4853-8157-0C3CC4E9F492}">
      <dgm:prSet/>
      <dgm:spPr/>
      <dgm:t>
        <a:bodyPr/>
        <a:lstStyle/>
        <a:p>
          <a:r>
            <a:rPr lang="en-US"/>
            <a:t>Flow State Management with hash-tables &amp; timeouts.</a:t>
          </a:r>
        </a:p>
      </dgm:t>
    </dgm:pt>
    <dgm:pt modelId="{DD4B1878-01A2-438C-8A71-8C12CF8CCBE2}" type="parTrans" cxnId="{7F444F50-28CE-4EC5-A64B-D5ECC23F3592}">
      <dgm:prSet/>
      <dgm:spPr/>
      <dgm:t>
        <a:bodyPr/>
        <a:lstStyle/>
        <a:p>
          <a:endParaRPr lang="en-US"/>
        </a:p>
      </dgm:t>
    </dgm:pt>
    <dgm:pt modelId="{577FD2A8-383D-4D39-9E6C-8A22B9458A1F}" type="sibTrans" cxnId="{7F444F50-28CE-4EC5-A64B-D5ECC23F3592}">
      <dgm:prSet/>
      <dgm:spPr/>
      <dgm:t>
        <a:bodyPr/>
        <a:lstStyle/>
        <a:p>
          <a:endParaRPr lang="en-US"/>
        </a:p>
      </dgm:t>
    </dgm:pt>
    <dgm:pt modelId="{186C1562-9CAE-4706-B9FC-2C4A7B7105E8}">
      <dgm:prSet/>
      <dgm:spPr/>
      <dgm:t>
        <a:bodyPr/>
        <a:lstStyle/>
        <a:p>
          <a:r>
            <a:rPr lang="en-US"/>
            <a:t>Kafka Streaming → Multithreaded Job Servers.</a:t>
          </a:r>
        </a:p>
      </dgm:t>
    </dgm:pt>
    <dgm:pt modelId="{B556F43C-C864-492B-8A0B-734ABAE75696}" type="parTrans" cxnId="{D2EF4B30-B378-47A9-B527-7964E6AE2E59}">
      <dgm:prSet/>
      <dgm:spPr/>
      <dgm:t>
        <a:bodyPr/>
        <a:lstStyle/>
        <a:p>
          <a:endParaRPr lang="en-US"/>
        </a:p>
      </dgm:t>
    </dgm:pt>
    <dgm:pt modelId="{EC5C8D93-AA1B-4A64-94D8-CF46C9503C2E}" type="sibTrans" cxnId="{D2EF4B30-B378-47A9-B527-7964E6AE2E59}">
      <dgm:prSet/>
      <dgm:spPr/>
      <dgm:t>
        <a:bodyPr/>
        <a:lstStyle/>
        <a:p>
          <a:endParaRPr lang="en-US"/>
        </a:p>
      </dgm:t>
    </dgm:pt>
    <dgm:pt modelId="{D4E04103-8B88-4620-8FE9-7AE5BB24EE3A}">
      <dgm:prSet/>
      <dgm:spPr/>
      <dgm:t>
        <a:bodyPr/>
        <a:lstStyle/>
        <a:p>
          <a:r>
            <a:rPr lang="en-US"/>
            <a:t>Ensemble ML Inference Service (RandomForest + XGBoost + LightGBM).</a:t>
          </a:r>
        </a:p>
      </dgm:t>
    </dgm:pt>
    <dgm:pt modelId="{D2B35A42-093B-4753-ADEA-70F60520682E}" type="parTrans" cxnId="{DD9C8271-1EEE-4764-8FBA-5276B16CCC4F}">
      <dgm:prSet/>
      <dgm:spPr/>
      <dgm:t>
        <a:bodyPr/>
        <a:lstStyle/>
        <a:p>
          <a:endParaRPr lang="en-US"/>
        </a:p>
      </dgm:t>
    </dgm:pt>
    <dgm:pt modelId="{48B4E98D-0C27-40D4-B63B-E9784AF72043}" type="sibTrans" cxnId="{DD9C8271-1EEE-4764-8FBA-5276B16CCC4F}">
      <dgm:prSet/>
      <dgm:spPr/>
      <dgm:t>
        <a:bodyPr/>
        <a:lstStyle/>
        <a:p>
          <a:endParaRPr lang="en-US"/>
        </a:p>
      </dgm:t>
    </dgm:pt>
    <dgm:pt modelId="{04D3BE51-822B-4423-9179-2A2347B80F84}">
      <dgm:prSet/>
      <dgm:spPr/>
      <dgm:t>
        <a:bodyPr/>
        <a:lstStyle/>
        <a:p>
          <a:r>
            <a:rPr lang="en-US"/>
            <a:t>REST &amp; gRPC interfaces, Kubernetes-ready deployment.</a:t>
          </a:r>
        </a:p>
      </dgm:t>
    </dgm:pt>
    <dgm:pt modelId="{99099E17-2349-484C-A82B-7623DCC9F354}" type="parTrans" cxnId="{2F2BF750-F20E-4701-9E15-D23E84FC172C}">
      <dgm:prSet/>
      <dgm:spPr/>
      <dgm:t>
        <a:bodyPr/>
        <a:lstStyle/>
        <a:p>
          <a:endParaRPr lang="en-US"/>
        </a:p>
      </dgm:t>
    </dgm:pt>
    <dgm:pt modelId="{A2ED4538-3A95-49E3-A55E-27F29457341C}" type="sibTrans" cxnId="{2F2BF750-F20E-4701-9E15-D23E84FC172C}">
      <dgm:prSet/>
      <dgm:spPr/>
      <dgm:t>
        <a:bodyPr/>
        <a:lstStyle/>
        <a:p>
          <a:endParaRPr lang="en-US"/>
        </a:p>
      </dgm:t>
    </dgm:pt>
    <dgm:pt modelId="{0352CD54-2C1F-4D54-8C23-079F68C5EFF1}" type="pres">
      <dgm:prSet presAssocID="{446A213B-B709-45F1-9D71-530E205218B4}" presName="root" presStyleCnt="0">
        <dgm:presLayoutVars>
          <dgm:dir/>
          <dgm:resizeHandles val="exact"/>
        </dgm:presLayoutVars>
      </dgm:prSet>
      <dgm:spPr/>
    </dgm:pt>
    <dgm:pt modelId="{53937DB3-D9E7-45F8-8C6A-B170AE944F52}" type="pres">
      <dgm:prSet presAssocID="{2B8F5471-066F-48BA-831F-7E8FC22B5832}" presName="compNode" presStyleCnt="0"/>
      <dgm:spPr/>
    </dgm:pt>
    <dgm:pt modelId="{7D253B45-44D5-4B8E-9217-C5C607A052A2}" type="pres">
      <dgm:prSet presAssocID="{2B8F5471-066F-48BA-831F-7E8FC22B5832}" presName="bgRect" presStyleLbl="bgShp" presStyleIdx="0" presStyleCnt="5"/>
      <dgm:spPr/>
    </dgm:pt>
    <dgm:pt modelId="{5C18D607-23DE-4510-AE66-752C214E748A}" type="pres">
      <dgm:prSet presAssocID="{2B8F5471-066F-48BA-831F-7E8FC22B583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F25BF4D-3C83-4CBB-B8E1-A8798D084828}" type="pres">
      <dgm:prSet presAssocID="{2B8F5471-066F-48BA-831F-7E8FC22B5832}" presName="spaceRect" presStyleCnt="0"/>
      <dgm:spPr/>
    </dgm:pt>
    <dgm:pt modelId="{2934C792-D215-4480-BF83-4FCF0B994EAF}" type="pres">
      <dgm:prSet presAssocID="{2B8F5471-066F-48BA-831F-7E8FC22B5832}" presName="parTx" presStyleLbl="revTx" presStyleIdx="0" presStyleCnt="5">
        <dgm:presLayoutVars>
          <dgm:chMax val="0"/>
          <dgm:chPref val="0"/>
        </dgm:presLayoutVars>
      </dgm:prSet>
      <dgm:spPr/>
    </dgm:pt>
    <dgm:pt modelId="{1343BC6B-44E0-4B10-99DA-6001D98C0B46}" type="pres">
      <dgm:prSet presAssocID="{7891282F-28A6-4600-A651-A89FD4234D52}" presName="sibTrans" presStyleCnt="0"/>
      <dgm:spPr/>
    </dgm:pt>
    <dgm:pt modelId="{DB3B5E33-9C46-4C05-8E27-DA22987CD9C1}" type="pres">
      <dgm:prSet presAssocID="{85F195A2-CB7B-4853-8157-0C3CC4E9F492}" presName="compNode" presStyleCnt="0"/>
      <dgm:spPr/>
    </dgm:pt>
    <dgm:pt modelId="{EBF96883-6ED3-4115-B788-B13535B88891}" type="pres">
      <dgm:prSet presAssocID="{85F195A2-CB7B-4853-8157-0C3CC4E9F492}" presName="bgRect" presStyleLbl="bgShp" presStyleIdx="1" presStyleCnt="5"/>
      <dgm:spPr/>
    </dgm:pt>
    <dgm:pt modelId="{3CC2CE89-477F-453D-A531-749BA47EA747}" type="pres">
      <dgm:prSet presAssocID="{85F195A2-CB7B-4853-8157-0C3CC4E9F49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C07C7D9-B512-4A94-B7D3-2915E67C6859}" type="pres">
      <dgm:prSet presAssocID="{85F195A2-CB7B-4853-8157-0C3CC4E9F492}" presName="spaceRect" presStyleCnt="0"/>
      <dgm:spPr/>
    </dgm:pt>
    <dgm:pt modelId="{5D2B33F2-5BB0-49F0-82EB-302F6949DC82}" type="pres">
      <dgm:prSet presAssocID="{85F195A2-CB7B-4853-8157-0C3CC4E9F492}" presName="parTx" presStyleLbl="revTx" presStyleIdx="1" presStyleCnt="5">
        <dgm:presLayoutVars>
          <dgm:chMax val="0"/>
          <dgm:chPref val="0"/>
        </dgm:presLayoutVars>
      </dgm:prSet>
      <dgm:spPr/>
    </dgm:pt>
    <dgm:pt modelId="{3B77014D-EE46-4EDB-BEA2-65CF9D3BE442}" type="pres">
      <dgm:prSet presAssocID="{577FD2A8-383D-4D39-9E6C-8A22B9458A1F}" presName="sibTrans" presStyleCnt="0"/>
      <dgm:spPr/>
    </dgm:pt>
    <dgm:pt modelId="{C85038E1-45AC-4129-A1D0-1D1E2247D102}" type="pres">
      <dgm:prSet presAssocID="{186C1562-9CAE-4706-B9FC-2C4A7B7105E8}" presName="compNode" presStyleCnt="0"/>
      <dgm:spPr/>
    </dgm:pt>
    <dgm:pt modelId="{B3E8B013-1CB0-4E5D-9141-A811B67E066F}" type="pres">
      <dgm:prSet presAssocID="{186C1562-9CAE-4706-B9FC-2C4A7B7105E8}" presName="bgRect" presStyleLbl="bgShp" presStyleIdx="2" presStyleCnt="5"/>
      <dgm:spPr/>
    </dgm:pt>
    <dgm:pt modelId="{4DEA9839-82B5-41B2-B783-F3EB1EAAB38D}" type="pres">
      <dgm:prSet presAssocID="{186C1562-9CAE-4706-B9FC-2C4A7B7105E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3D0C58C-86AD-4D51-BC3B-954BBBF49B22}" type="pres">
      <dgm:prSet presAssocID="{186C1562-9CAE-4706-B9FC-2C4A7B7105E8}" presName="spaceRect" presStyleCnt="0"/>
      <dgm:spPr/>
    </dgm:pt>
    <dgm:pt modelId="{4EF578A5-7F11-469B-8CCC-3EFAA0EAF986}" type="pres">
      <dgm:prSet presAssocID="{186C1562-9CAE-4706-B9FC-2C4A7B7105E8}" presName="parTx" presStyleLbl="revTx" presStyleIdx="2" presStyleCnt="5">
        <dgm:presLayoutVars>
          <dgm:chMax val="0"/>
          <dgm:chPref val="0"/>
        </dgm:presLayoutVars>
      </dgm:prSet>
      <dgm:spPr/>
    </dgm:pt>
    <dgm:pt modelId="{03FA4ECE-CBB0-4E79-8EDB-9CA7402FC6AA}" type="pres">
      <dgm:prSet presAssocID="{EC5C8D93-AA1B-4A64-94D8-CF46C9503C2E}" presName="sibTrans" presStyleCnt="0"/>
      <dgm:spPr/>
    </dgm:pt>
    <dgm:pt modelId="{B1DC0F55-0393-4D16-97BA-87DD630EDBE7}" type="pres">
      <dgm:prSet presAssocID="{D4E04103-8B88-4620-8FE9-7AE5BB24EE3A}" presName="compNode" presStyleCnt="0"/>
      <dgm:spPr/>
    </dgm:pt>
    <dgm:pt modelId="{8863E5B0-A59F-447C-B943-DFB9A3BC7B53}" type="pres">
      <dgm:prSet presAssocID="{D4E04103-8B88-4620-8FE9-7AE5BB24EE3A}" presName="bgRect" presStyleLbl="bgShp" presStyleIdx="3" presStyleCnt="5"/>
      <dgm:spPr/>
    </dgm:pt>
    <dgm:pt modelId="{26E23D07-239D-4634-905D-31B0D3EDF2B6}" type="pres">
      <dgm:prSet presAssocID="{D4E04103-8B88-4620-8FE9-7AE5BB24EE3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7B3D829-629D-4EF5-B64B-43B1B16CF5CF}" type="pres">
      <dgm:prSet presAssocID="{D4E04103-8B88-4620-8FE9-7AE5BB24EE3A}" presName="spaceRect" presStyleCnt="0"/>
      <dgm:spPr/>
    </dgm:pt>
    <dgm:pt modelId="{D84D9688-291D-407B-B538-C446DA44EA12}" type="pres">
      <dgm:prSet presAssocID="{D4E04103-8B88-4620-8FE9-7AE5BB24EE3A}" presName="parTx" presStyleLbl="revTx" presStyleIdx="3" presStyleCnt="5">
        <dgm:presLayoutVars>
          <dgm:chMax val="0"/>
          <dgm:chPref val="0"/>
        </dgm:presLayoutVars>
      </dgm:prSet>
      <dgm:spPr/>
    </dgm:pt>
    <dgm:pt modelId="{CD92A023-2922-45DE-8A16-D69E4CAB7206}" type="pres">
      <dgm:prSet presAssocID="{48B4E98D-0C27-40D4-B63B-E9784AF72043}" presName="sibTrans" presStyleCnt="0"/>
      <dgm:spPr/>
    </dgm:pt>
    <dgm:pt modelId="{A4D9C312-03E6-4DF7-852E-A4DC1AED7100}" type="pres">
      <dgm:prSet presAssocID="{04D3BE51-822B-4423-9179-2A2347B80F84}" presName="compNode" presStyleCnt="0"/>
      <dgm:spPr/>
    </dgm:pt>
    <dgm:pt modelId="{09663D41-626B-45F1-8580-382F56C9FA08}" type="pres">
      <dgm:prSet presAssocID="{04D3BE51-822B-4423-9179-2A2347B80F84}" presName="bgRect" presStyleLbl="bgShp" presStyleIdx="4" presStyleCnt="5"/>
      <dgm:spPr/>
    </dgm:pt>
    <dgm:pt modelId="{D4FC7774-395D-49EB-B556-756AE2427D87}" type="pres">
      <dgm:prSet presAssocID="{04D3BE51-822B-4423-9179-2A2347B80F8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339A5BDF-8186-46E2-88BC-4F1598200B6B}" type="pres">
      <dgm:prSet presAssocID="{04D3BE51-822B-4423-9179-2A2347B80F84}" presName="spaceRect" presStyleCnt="0"/>
      <dgm:spPr/>
    </dgm:pt>
    <dgm:pt modelId="{F8EF8C58-401F-4CBC-BB84-644DFC06D6E9}" type="pres">
      <dgm:prSet presAssocID="{04D3BE51-822B-4423-9179-2A2347B80F8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2EF4B30-B378-47A9-B527-7964E6AE2E59}" srcId="{446A213B-B709-45F1-9D71-530E205218B4}" destId="{186C1562-9CAE-4706-B9FC-2C4A7B7105E8}" srcOrd="2" destOrd="0" parTransId="{B556F43C-C864-492B-8A0B-734ABAE75696}" sibTransId="{EC5C8D93-AA1B-4A64-94D8-CF46C9503C2E}"/>
    <dgm:cxn modelId="{7F444F50-28CE-4EC5-A64B-D5ECC23F3592}" srcId="{446A213B-B709-45F1-9D71-530E205218B4}" destId="{85F195A2-CB7B-4853-8157-0C3CC4E9F492}" srcOrd="1" destOrd="0" parTransId="{DD4B1878-01A2-438C-8A71-8C12CF8CCBE2}" sibTransId="{577FD2A8-383D-4D39-9E6C-8A22B9458A1F}"/>
    <dgm:cxn modelId="{2F2BF750-F20E-4701-9E15-D23E84FC172C}" srcId="{446A213B-B709-45F1-9D71-530E205218B4}" destId="{04D3BE51-822B-4423-9179-2A2347B80F84}" srcOrd="4" destOrd="0" parTransId="{99099E17-2349-484C-A82B-7623DCC9F354}" sibTransId="{A2ED4538-3A95-49E3-A55E-27F29457341C}"/>
    <dgm:cxn modelId="{5C42445C-8AAA-4CC2-A53F-2A361488C4A5}" type="presOf" srcId="{446A213B-B709-45F1-9D71-530E205218B4}" destId="{0352CD54-2C1F-4D54-8C23-079F68C5EFF1}" srcOrd="0" destOrd="0" presId="urn:microsoft.com/office/officeart/2018/2/layout/IconVerticalSolidList"/>
    <dgm:cxn modelId="{EE335461-65F1-4A49-9BA8-7DF2D9DF072F}" type="presOf" srcId="{D4E04103-8B88-4620-8FE9-7AE5BB24EE3A}" destId="{D84D9688-291D-407B-B538-C446DA44EA12}" srcOrd="0" destOrd="0" presId="urn:microsoft.com/office/officeart/2018/2/layout/IconVerticalSolidList"/>
    <dgm:cxn modelId="{DD9C8271-1EEE-4764-8FBA-5276B16CCC4F}" srcId="{446A213B-B709-45F1-9D71-530E205218B4}" destId="{D4E04103-8B88-4620-8FE9-7AE5BB24EE3A}" srcOrd="3" destOrd="0" parTransId="{D2B35A42-093B-4753-ADEA-70F60520682E}" sibTransId="{48B4E98D-0C27-40D4-B63B-E9784AF72043}"/>
    <dgm:cxn modelId="{45E93D80-F71E-4D61-9405-2DA82603A691}" srcId="{446A213B-B709-45F1-9D71-530E205218B4}" destId="{2B8F5471-066F-48BA-831F-7E8FC22B5832}" srcOrd="0" destOrd="0" parTransId="{E6473422-39F4-43B1-8106-06CE7694FA99}" sibTransId="{7891282F-28A6-4600-A651-A89FD4234D52}"/>
    <dgm:cxn modelId="{84099092-A35A-4FC1-9626-B38F2AB06DBE}" type="presOf" srcId="{04D3BE51-822B-4423-9179-2A2347B80F84}" destId="{F8EF8C58-401F-4CBC-BB84-644DFC06D6E9}" srcOrd="0" destOrd="0" presId="urn:microsoft.com/office/officeart/2018/2/layout/IconVerticalSolidList"/>
    <dgm:cxn modelId="{517D78D7-F5B8-409C-A810-88B1B3E5490F}" type="presOf" srcId="{186C1562-9CAE-4706-B9FC-2C4A7B7105E8}" destId="{4EF578A5-7F11-469B-8CCC-3EFAA0EAF986}" srcOrd="0" destOrd="0" presId="urn:microsoft.com/office/officeart/2018/2/layout/IconVerticalSolidList"/>
    <dgm:cxn modelId="{24D27EDB-88BC-4CD1-8798-DA828A69588A}" type="presOf" srcId="{2B8F5471-066F-48BA-831F-7E8FC22B5832}" destId="{2934C792-D215-4480-BF83-4FCF0B994EAF}" srcOrd="0" destOrd="0" presId="urn:microsoft.com/office/officeart/2018/2/layout/IconVerticalSolidList"/>
    <dgm:cxn modelId="{368F28DD-B250-41BE-A33D-0017963A96C7}" type="presOf" srcId="{85F195A2-CB7B-4853-8157-0C3CC4E9F492}" destId="{5D2B33F2-5BB0-49F0-82EB-302F6949DC82}" srcOrd="0" destOrd="0" presId="urn:microsoft.com/office/officeart/2018/2/layout/IconVerticalSolidList"/>
    <dgm:cxn modelId="{C809D971-CB4A-4750-9178-DB248BB6BE14}" type="presParOf" srcId="{0352CD54-2C1F-4D54-8C23-079F68C5EFF1}" destId="{53937DB3-D9E7-45F8-8C6A-B170AE944F52}" srcOrd="0" destOrd="0" presId="urn:microsoft.com/office/officeart/2018/2/layout/IconVerticalSolidList"/>
    <dgm:cxn modelId="{3B4A340E-EF7F-459B-BEE5-27917DBC4E8A}" type="presParOf" srcId="{53937DB3-D9E7-45F8-8C6A-B170AE944F52}" destId="{7D253B45-44D5-4B8E-9217-C5C607A052A2}" srcOrd="0" destOrd="0" presId="urn:microsoft.com/office/officeart/2018/2/layout/IconVerticalSolidList"/>
    <dgm:cxn modelId="{CAF441CF-C5A0-40CA-88C4-131295EB9FCC}" type="presParOf" srcId="{53937DB3-D9E7-45F8-8C6A-B170AE944F52}" destId="{5C18D607-23DE-4510-AE66-752C214E748A}" srcOrd="1" destOrd="0" presId="urn:microsoft.com/office/officeart/2018/2/layout/IconVerticalSolidList"/>
    <dgm:cxn modelId="{00F4E9D9-600A-4F5A-B4E1-8D6A08293DF1}" type="presParOf" srcId="{53937DB3-D9E7-45F8-8C6A-B170AE944F52}" destId="{9F25BF4D-3C83-4CBB-B8E1-A8798D084828}" srcOrd="2" destOrd="0" presId="urn:microsoft.com/office/officeart/2018/2/layout/IconVerticalSolidList"/>
    <dgm:cxn modelId="{3F8AD6CC-9517-450F-B04F-99A6FC7FBE13}" type="presParOf" srcId="{53937DB3-D9E7-45F8-8C6A-B170AE944F52}" destId="{2934C792-D215-4480-BF83-4FCF0B994EAF}" srcOrd="3" destOrd="0" presId="urn:microsoft.com/office/officeart/2018/2/layout/IconVerticalSolidList"/>
    <dgm:cxn modelId="{D615AA60-C609-4BCE-982E-9B34E603214B}" type="presParOf" srcId="{0352CD54-2C1F-4D54-8C23-079F68C5EFF1}" destId="{1343BC6B-44E0-4B10-99DA-6001D98C0B46}" srcOrd="1" destOrd="0" presId="urn:microsoft.com/office/officeart/2018/2/layout/IconVerticalSolidList"/>
    <dgm:cxn modelId="{CC803CD5-74A5-4DF6-ADA5-19791190DFF8}" type="presParOf" srcId="{0352CD54-2C1F-4D54-8C23-079F68C5EFF1}" destId="{DB3B5E33-9C46-4C05-8E27-DA22987CD9C1}" srcOrd="2" destOrd="0" presId="urn:microsoft.com/office/officeart/2018/2/layout/IconVerticalSolidList"/>
    <dgm:cxn modelId="{5C6CC7F5-815A-41B2-BA4B-700D6291C136}" type="presParOf" srcId="{DB3B5E33-9C46-4C05-8E27-DA22987CD9C1}" destId="{EBF96883-6ED3-4115-B788-B13535B88891}" srcOrd="0" destOrd="0" presId="urn:microsoft.com/office/officeart/2018/2/layout/IconVerticalSolidList"/>
    <dgm:cxn modelId="{EC3A59A7-F8FF-4AB6-9EAE-ED02AE100CB4}" type="presParOf" srcId="{DB3B5E33-9C46-4C05-8E27-DA22987CD9C1}" destId="{3CC2CE89-477F-453D-A531-749BA47EA747}" srcOrd="1" destOrd="0" presId="urn:microsoft.com/office/officeart/2018/2/layout/IconVerticalSolidList"/>
    <dgm:cxn modelId="{E36DB161-3B15-478C-A578-0EF7EE7C5BC1}" type="presParOf" srcId="{DB3B5E33-9C46-4C05-8E27-DA22987CD9C1}" destId="{CC07C7D9-B512-4A94-B7D3-2915E67C6859}" srcOrd="2" destOrd="0" presId="urn:microsoft.com/office/officeart/2018/2/layout/IconVerticalSolidList"/>
    <dgm:cxn modelId="{2D5E38E1-ED5D-41BA-B31F-2154BED8B44D}" type="presParOf" srcId="{DB3B5E33-9C46-4C05-8E27-DA22987CD9C1}" destId="{5D2B33F2-5BB0-49F0-82EB-302F6949DC82}" srcOrd="3" destOrd="0" presId="urn:microsoft.com/office/officeart/2018/2/layout/IconVerticalSolidList"/>
    <dgm:cxn modelId="{25FD0F5E-ECB4-498D-9944-BF2F8D7AFBC7}" type="presParOf" srcId="{0352CD54-2C1F-4D54-8C23-079F68C5EFF1}" destId="{3B77014D-EE46-4EDB-BEA2-65CF9D3BE442}" srcOrd="3" destOrd="0" presId="urn:microsoft.com/office/officeart/2018/2/layout/IconVerticalSolidList"/>
    <dgm:cxn modelId="{20928701-DADE-4639-BAC3-245240D3825A}" type="presParOf" srcId="{0352CD54-2C1F-4D54-8C23-079F68C5EFF1}" destId="{C85038E1-45AC-4129-A1D0-1D1E2247D102}" srcOrd="4" destOrd="0" presId="urn:microsoft.com/office/officeart/2018/2/layout/IconVerticalSolidList"/>
    <dgm:cxn modelId="{24567505-CAE0-4583-9299-9B100D8733A4}" type="presParOf" srcId="{C85038E1-45AC-4129-A1D0-1D1E2247D102}" destId="{B3E8B013-1CB0-4E5D-9141-A811B67E066F}" srcOrd="0" destOrd="0" presId="urn:microsoft.com/office/officeart/2018/2/layout/IconVerticalSolidList"/>
    <dgm:cxn modelId="{5368ED26-087A-4B10-83D4-F9353A8ED935}" type="presParOf" srcId="{C85038E1-45AC-4129-A1D0-1D1E2247D102}" destId="{4DEA9839-82B5-41B2-B783-F3EB1EAAB38D}" srcOrd="1" destOrd="0" presId="urn:microsoft.com/office/officeart/2018/2/layout/IconVerticalSolidList"/>
    <dgm:cxn modelId="{019A2F95-852B-4A3E-BBA6-8491B85E657E}" type="presParOf" srcId="{C85038E1-45AC-4129-A1D0-1D1E2247D102}" destId="{B3D0C58C-86AD-4D51-BC3B-954BBBF49B22}" srcOrd="2" destOrd="0" presId="urn:microsoft.com/office/officeart/2018/2/layout/IconVerticalSolidList"/>
    <dgm:cxn modelId="{73C67A92-AFCD-48CF-B632-CB8D09DF6FD4}" type="presParOf" srcId="{C85038E1-45AC-4129-A1D0-1D1E2247D102}" destId="{4EF578A5-7F11-469B-8CCC-3EFAA0EAF986}" srcOrd="3" destOrd="0" presId="urn:microsoft.com/office/officeart/2018/2/layout/IconVerticalSolidList"/>
    <dgm:cxn modelId="{F0D752E6-82FC-4942-9E50-1421F255560C}" type="presParOf" srcId="{0352CD54-2C1F-4D54-8C23-079F68C5EFF1}" destId="{03FA4ECE-CBB0-4E79-8EDB-9CA7402FC6AA}" srcOrd="5" destOrd="0" presId="urn:microsoft.com/office/officeart/2018/2/layout/IconVerticalSolidList"/>
    <dgm:cxn modelId="{2B8E8C71-39F7-4DE3-A64A-0D233B3323DB}" type="presParOf" srcId="{0352CD54-2C1F-4D54-8C23-079F68C5EFF1}" destId="{B1DC0F55-0393-4D16-97BA-87DD630EDBE7}" srcOrd="6" destOrd="0" presId="urn:microsoft.com/office/officeart/2018/2/layout/IconVerticalSolidList"/>
    <dgm:cxn modelId="{FEE34B75-C571-4D33-8D05-E864D937F866}" type="presParOf" srcId="{B1DC0F55-0393-4D16-97BA-87DD630EDBE7}" destId="{8863E5B0-A59F-447C-B943-DFB9A3BC7B53}" srcOrd="0" destOrd="0" presId="urn:microsoft.com/office/officeart/2018/2/layout/IconVerticalSolidList"/>
    <dgm:cxn modelId="{D9B705F5-5C1B-4702-BB11-6A0792199122}" type="presParOf" srcId="{B1DC0F55-0393-4D16-97BA-87DD630EDBE7}" destId="{26E23D07-239D-4634-905D-31B0D3EDF2B6}" srcOrd="1" destOrd="0" presId="urn:microsoft.com/office/officeart/2018/2/layout/IconVerticalSolidList"/>
    <dgm:cxn modelId="{2089CAC6-A4DB-4D13-99B6-57E775B5AE81}" type="presParOf" srcId="{B1DC0F55-0393-4D16-97BA-87DD630EDBE7}" destId="{67B3D829-629D-4EF5-B64B-43B1B16CF5CF}" srcOrd="2" destOrd="0" presId="urn:microsoft.com/office/officeart/2018/2/layout/IconVerticalSolidList"/>
    <dgm:cxn modelId="{076BEFC2-0EB4-406C-A791-8B9BE9545750}" type="presParOf" srcId="{B1DC0F55-0393-4D16-97BA-87DD630EDBE7}" destId="{D84D9688-291D-407B-B538-C446DA44EA12}" srcOrd="3" destOrd="0" presId="urn:microsoft.com/office/officeart/2018/2/layout/IconVerticalSolidList"/>
    <dgm:cxn modelId="{A8B198AD-97D5-4818-8789-8A6537405045}" type="presParOf" srcId="{0352CD54-2C1F-4D54-8C23-079F68C5EFF1}" destId="{CD92A023-2922-45DE-8A16-D69E4CAB7206}" srcOrd="7" destOrd="0" presId="urn:microsoft.com/office/officeart/2018/2/layout/IconVerticalSolidList"/>
    <dgm:cxn modelId="{28889CFD-138B-4AA4-A831-270DBA9B5926}" type="presParOf" srcId="{0352CD54-2C1F-4D54-8C23-079F68C5EFF1}" destId="{A4D9C312-03E6-4DF7-852E-A4DC1AED7100}" srcOrd="8" destOrd="0" presId="urn:microsoft.com/office/officeart/2018/2/layout/IconVerticalSolidList"/>
    <dgm:cxn modelId="{522E5431-2621-4475-B33E-B61D0448B600}" type="presParOf" srcId="{A4D9C312-03E6-4DF7-852E-A4DC1AED7100}" destId="{09663D41-626B-45F1-8580-382F56C9FA08}" srcOrd="0" destOrd="0" presId="urn:microsoft.com/office/officeart/2018/2/layout/IconVerticalSolidList"/>
    <dgm:cxn modelId="{840E7439-03BC-4F6B-8A73-A3A39EF66CA2}" type="presParOf" srcId="{A4D9C312-03E6-4DF7-852E-A4DC1AED7100}" destId="{D4FC7774-395D-49EB-B556-756AE2427D87}" srcOrd="1" destOrd="0" presId="urn:microsoft.com/office/officeart/2018/2/layout/IconVerticalSolidList"/>
    <dgm:cxn modelId="{33E0A198-C3E3-4ABA-BBCE-126E69A46843}" type="presParOf" srcId="{A4D9C312-03E6-4DF7-852E-A4DC1AED7100}" destId="{339A5BDF-8186-46E2-88BC-4F1598200B6B}" srcOrd="2" destOrd="0" presId="urn:microsoft.com/office/officeart/2018/2/layout/IconVerticalSolidList"/>
    <dgm:cxn modelId="{D0F03343-FC81-4E7A-8E3D-BAC944D56784}" type="presParOf" srcId="{A4D9C312-03E6-4DF7-852E-A4DC1AED7100}" destId="{F8EF8C58-401F-4CBC-BB84-644DFC06D6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FB9BDF4-9701-42C6-BCA2-EAFD58A0EE05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4F7FEF1-6163-4527-B16C-265E8571930F}">
      <dgm:prSet/>
      <dgm:spPr/>
      <dgm:t>
        <a:bodyPr/>
        <a:lstStyle/>
        <a:p>
          <a:r>
            <a:rPr lang="en-US"/>
            <a:t>Ubuntu 20.04 AF_PACKET: 2.0 Gbps @ 38% CPU, 2.1 GB RAM.</a:t>
          </a:r>
        </a:p>
      </dgm:t>
    </dgm:pt>
    <dgm:pt modelId="{294441AC-3603-4179-AEA9-D718F803C610}" type="parTrans" cxnId="{B9BED0A0-5A36-482A-BA41-561B5BB9F350}">
      <dgm:prSet/>
      <dgm:spPr/>
      <dgm:t>
        <a:bodyPr/>
        <a:lstStyle/>
        <a:p>
          <a:endParaRPr lang="en-US"/>
        </a:p>
      </dgm:t>
    </dgm:pt>
    <dgm:pt modelId="{A3695390-0CCC-4749-BA7C-A6F1D83C898A}" type="sibTrans" cxnId="{B9BED0A0-5A36-482A-BA41-561B5BB9F350}">
      <dgm:prSet/>
      <dgm:spPr/>
      <dgm:t>
        <a:bodyPr/>
        <a:lstStyle/>
        <a:p>
          <a:endParaRPr lang="en-US"/>
        </a:p>
      </dgm:t>
    </dgm:pt>
    <dgm:pt modelId="{DD092C06-B9CD-4D20-AAD4-1F2AA2DA18B7}">
      <dgm:prSet/>
      <dgm:spPr/>
      <dgm:t>
        <a:bodyPr/>
        <a:lstStyle/>
        <a:p>
          <a:r>
            <a:rPr lang="en-US"/>
            <a:t>macOS 12 Scapy: 1.2 Gbps @ 52% CPU, 2.3 GB RAM.</a:t>
          </a:r>
        </a:p>
      </dgm:t>
    </dgm:pt>
    <dgm:pt modelId="{474E0475-2284-4541-87A9-1B3072670161}" type="parTrans" cxnId="{D5BD8F33-B00C-418F-AB8D-5C8007DCB50E}">
      <dgm:prSet/>
      <dgm:spPr/>
      <dgm:t>
        <a:bodyPr/>
        <a:lstStyle/>
        <a:p>
          <a:endParaRPr lang="en-US"/>
        </a:p>
      </dgm:t>
    </dgm:pt>
    <dgm:pt modelId="{1D546589-1D1C-4236-A526-B6C6F0345243}" type="sibTrans" cxnId="{D5BD8F33-B00C-418F-AB8D-5C8007DCB50E}">
      <dgm:prSet/>
      <dgm:spPr/>
      <dgm:t>
        <a:bodyPr/>
        <a:lstStyle/>
        <a:p>
          <a:endParaRPr lang="en-US"/>
        </a:p>
      </dgm:t>
    </dgm:pt>
    <dgm:pt modelId="{7DCA147D-CC00-48DE-AFC4-C31E16E81A87}">
      <dgm:prSet/>
      <dgm:spPr/>
      <dgm:t>
        <a:bodyPr/>
        <a:lstStyle/>
        <a:p>
          <a:r>
            <a:rPr lang="en-US"/>
            <a:t>CentOS 8 AF_PACKET: 1.9 Gbps @ 41% CPU, 2.0 GB RAM.</a:t>
          </a:r>
        </a:p>
      </dgm:t>
    </dgm:pt>
    <dgm:pt modelId="{B3CA5BB3-19CC-4D3A-B1F9-A9F8257BEF7F}" type="parTrans" cxnId="{246DB8B0-F743-4283-B32C-9FEFBF041612}">
      <dgm:prSet/>
      <dgm:spPr/>
      <dgm:t>
        <a:bodyPr/>
        <a:lstStyle/>
        <a:p>
          <a:endParaRPr lang="en-US"/>
        </a:p>
      </dgm:t>
    </dgm:pt>
    <dgm:pt modelId="{ADA0A585-D060-43D6-B166-9315D8D507EF}" type="sibTrans" cxnId="{246DB8B0-F743-4283-B32C-9FEFBF041612}">
      <dgm:prSet/>
      <dgm:spPr/>
      <dgm:t>
        <a:bodyPr/>
        <a:lstStyle/>
        <a:p>
          <a:endParaRPr lang="en-US"/>
        </a:p>
      </dgm:t>
    </dgm:pt>
    <dgm:pt modelId="{6E074C8D-108E-4BC6-8CF0-2AEB85D3C43A}">
      <dgm:prSet/>
      <dgm:spPr/>
      <dgm:t>
        <a:bodyPr/>
        <a:lstStyle/>
        <a:p>
          <a:r>
            <a:rPr lang="en-US"/>
            <a:t>Raw-socket capture doubles throughput vs libpcap.</a:t>
          </a:r>
        </a:p>
      </dgm:t>
    </dgm:pt>
    <dgm:pt modelId="{BBA57782-213D-488B-A7AA-DF28837AF285}" type="parTrans" cxnId="{A99F0FD3-E3DB-4138-B486-AA4154685F11}">
      <dgm:prSet/>
      <dgm:spPr/>
      <dgm:t>
        <a:bodyPr/>
        <a:lstStyle/>
        <a:p>
          <a:endParaRPr lang="en-US"/>
        </a:p>
      </dgm:t>
    </dgm:pt>
    <dgm:pt modelId="{40D644C8-7D8C-4FF8-9C95-4CCF1871826C}" type="sibTrans" cxnId="{A99F0FD3-E3DB-4138-B486-AA4154685F11}">
      <dgm:prSet/>
      <dgm:spPr/>
      <dgm:t>
        <a:bodyPr/>
        <a:lstStyle/>
        <a:p>
          <a:endParaRPr lang="en-US"/>
        </a:p>
      </dgm:t>
    </dgm:pt>
    <dgm:pt modelId="{AA8A88C7-0BE4-944D-86BA-1D446596E63A}" type="pres">
      <dgm:prSet presAssocID="{2FB9BDF4-9701-42C6-BCA2-EAFD58A0EE05}" presName="vert0" presStyleCnt="0">
        <dgm:presLayoutVars>
          <dgm:dir/>
          <dgm:animOne val="branch"/>
          <dgm:animLvl val="lvl"/>
        </dgm:presLayoutVars>
      </dgm:prSet>
      <dgm:spPr/>
    </dgm:pt>
    <dgm:pt modelId="{A3AE965A-9C4E-1041-BAD9-374A4418DFBA}" type="pres">
      <dgm:prSet presAssocID="{E4F7FEF1-6163-4527-B16C-265E8571930F}" presName="thickLine" presStyleLbl="alignNode1" presStyleIdx="0" presStyleCnt="4"/>
      <dgm:spPr/>
    </dgm:pt>
    <dgm:pt modelId="{E08E9882-1365-7343-B166-996393590BE0}" type="pres">
      <dgm:prSet presAssocID="{E4F7FEF1-6163-4527-B16C-265E8571930F}" presName="horz1" presStyleCnt="0"/>
      <dgm:spPr/>
    </dgm:pt>
    <dgm:pt modelId="{C6B0BE95-9CAC-EE4A-9668-AED670FA7335}" type="pres">
      <dgm:prSet presAssocID="{E4F7FEF1-6163-4527-B16C-265E8571930F}" presName="tx1" presStyleLbl="revTx" presStyleIdx="0" presStyleCnt="4"/>
      <dgm:spPr/>
    </dgm:pt>
    <dgm:pt modelId="{304057B7-922D-6E4E-BE3A-7F2763D53CD2}" type="pres">
      <dgm:prSet presAssocID="{E4F7FEF1-6163-4527-B16C-265E8571930F}" presName="vert1" presStyleCnt="0"/>
      <dgm:spPr/>
    </dgm:pt>
    <dgm:pt modelId="{34B82942-E736-2041-BCE7-72E9D2C77EAF}" type="pres">
      <dgm:prSet presAssocID="{DD092C06-B9CD-4D20-AAD4-1F2AA2DA18B7}" presName="thickLine" presStyleLbl="alignNode1" presStyleIdx="1" presStyleCnt="4"/>
      <dgm:spPr/>
    </dgm:pt>
    <dgm:pt modelId="{8617E627-4E1C-B546-92C0-E6D1578982BA}" type="pres">
      <dgm:prSet presAssocID="{DD092C06-B9CD-4D20-AAD4-1F2AA2DA18B7}" presName="horz1" presStyleCnt="0"/>
      <dgm:spPr/>
    </dgm:pt>
    <dgm:pt modelId="{58542625-5D3F-2C4F-A73A-F8ADA9A139EB}" type="pres">
      <dgm:prSet presAssocID="{DD092C06-B9CD-4D20-AAD4-1F2AA2DA18B7}" presName="tx1" presStyleLbl="revTx" presStyleIdx="1" presStyleCnt="4"/>
      <dgm:spPr/>
    </dgm:pt>
    <dgm:pt modelId="{DB0685A9-1A51-F944-A70C-61F379461918}" type="pres">
      <dgm:prSet presAssocID="{DD092C06-B9CD-4D20-AAD4-1F2AA2DA18B7}" presName="vert1" presStyleCnt="0"/>
      <dgm:spPr/>
    </dgm:pt>
    <dgm:pt modelId="{0A489536-7F39-E740-95C2-ADDA8B93EA4B}" type="pres">
      <dgm:prSet presAssocID="{7DCA147D-CC00-48DE-AFC4-C31E16E81A87}" presName="thickLine" presStyleLbl="alignNode1" presStyleIdx="2" presStyleCnt="4"/>
      <dgm:spPr/>
    </dgm:pt>
    <dgm:pt modelId="{FB457ED4-CFE4-3E44-90D4-8D59C0F174E6}" type="pres">
      <dgm:prSet presAssocID="{7DCA147D-CC00-48DE-AFC4-C31E16E81A87}" presName="horz1" presStyleCnt="0"/>
      <dgm:spPr/>
    </dgm:pt>
    <dgm:pt modelId="{7E8E4CCA-C795-1B41-ACA9-8B86578EEC2C}" type="pres">
      <dgm:prSet presAssocID="{7DCA147D-CC00-48DE-AFC4-C31E16E81A87}" presName="tx1" presStyleLbl="revTx" presStyleIdx="2" presStyleCnt="4"/>
      <dgm:spPr/>
    </dgm:pt>
    <dgm:pt modelId="{D79F501E-7753-B34B-8617-38360D2D1233}" type="pres">
      <dgm:prSet presAssocID="{7DCA147D-CC00-48DE-AFC4-C31E16E81A87}" presName="vert1" presStyleCnt="0"/>
      <dgm:spPr/>
    </dgm:pt>
    <dgm:pt modelId="{9CF30FEA-DBF7-E541-AA41-DBBD7F8114DD}" type="pres">
      <dgm:prSet presAssocID="{6E074C8D-108E-4BC6-8CF0-2AEB85D3C43A}" presName="thickLine" presStyleLbl="alignNode1" presStyleIdx="3" presStyleCnt="4"/>
      <dgm:spPr/>
    </dgm:pt>
    <dgm:pt modelId="{C46E60CA-0EAB-B444-9285-07689D84F51D}" type="pres">
      <dgm:prSet presAssocID="{6E074C8D-108E-4BC6-8CF0-2AEB85D3C43A}" presName="horz1" presStyleCnt="0"/>
      <dgm:spPr/>
    </dgm:pt>
    <dgm:pt modelId="{183B95D4-3230-B946-9165-E0A9F2FF581B}" type="pres">
      <dgm:prSet presAssocID="{6E074C8D-108E-4BC6-8CF0-2AEB85D3C43A}" presName="tx1" presStyleLbl="revTx" presStyleIdx="3" presStyleCnt="4"/>
      <dgm:spPr/>
    </dgm:pt>
    <dgm:pt modelId="{BC8EFC9E-4DC7-D649-A856-6ACE03219F5A}" type="pres">
      <dgm:prSet presAssocID="{6E074C8D-108E-4BC6-8CF0-2AEB85D3C43A}" presName="vert1" presStyleCnt="0"/>
      <dgm:spPr/>
    </dgm:pt>
  </dgm:ptLst>
  <dgm:cxnLst>
    <dgm:cxn modelId="{05C8E323-EDD2-504B-B23A-58D597BBC233}" type="presOf" srcId="{E4F7FEF1-6163-4527-B16C-265E8571930F}" destId="{C6B0BE95-9CAC-EE4A-9668-AED670FA7335}" srcOrd="0" destOrd="0" presId="urn:microsoft.com/office/officeart/2008/layout/LinedList"/>
    <dgm:cxn modelId="{D5BD8F33-B00C-418F-AB8D-5C8007DCB50E}" srcId="{2FB9BDF4-9701-42C6-BCA2-EAFD58A0EE05}" destId="{DD092C06-B9CD-4D20-AAD4-1F2AA2DA18B7}" srcOrd="1" destOrd="0" parTransId="{474E0475-2284-4541-87A9-1B3072670161}" sibTransId="{1D546589-1D1C-4236-A526-B6C6F0345243}"/>
    <dgm:cxn modelId="{0B02E848-B17F-3F41-A795-F9A6076D5678}" type="presOf" srcId="{7DCA147D-CC00-48DE-AFC4-C31E16E81A87}" destId="{7E8E4CCA-C795-1B41-ACA9-8B86578EEC2C}" srcOrd="0" destOrd="0" presId="urn:microsoft.com/office/officeart/2008/layout/LinedList"/>
    <dgm:cxn modelId="{E191AD64-8491-634E-A14A-F29A6EA5D40A}" type="presOf" srcId="{DD092C06-B9CD-4D20-AAD4-1F2AA2DA18B7}" destId="{58542625-5D3F-2C4F-A73A-F8ADA9A139EB}" srcOrd="0" destOrd="0" presId="urn:microsoft.com/office/officeart/2008/layout/LinedList"/>
    <dgm:cxn modelId="{B9BED0A0-5A36-482A-BA41-561B5BB9F350}" srcId="{2FB9BDF4-9701-42C6-BCA2-EAFD58A0EE05}" destId="{E4F7FEF1-6163-4527-B16C-265E8571930F}" srcOrd="0" destOrd="0" parTransId="{294441AC-3603-4179-AEA9-D718F803C610}" sibTransId="{A3695390-0CCC-4749-BA7C-A6F1D83C898A}"/>
    <dgm:cxn modelId="{246DB8B0-F743-4283-B32C-9FEFBF041612}" srcId="{2FB9BDF4-9701-42C6-BCA2-EAFD58A0EE05}" destId="{7DCA147D-CC00-48DE-AFC4-C31E16E81A87}" srcOrd="2" destOrd="0" parTransId="{B3CA5BB3-19CC-4D3A-B1F9-A9F8257BEF7F}" sibTransId="{ADA0A585-D060-43D6-B166-9315D8D507EF}"/>
    <dgm:cxn modelId="{4073FDB1-9726-BC4C-A9E9-067EFEDCE2C1}" type="presOf" srcId="{6E074C8D-108E-4BC6-8CF0-2AEB85D3C43A}" destId="{183B95D4-3230-B946-9165-E0A9F2FF581B}" srcOrd="0" destOrd="0" presId="urn:microsoft.com/office/officeart/2008/layout/LinedList"/>
    <dgm:cxn modelId="{A99F0FD3-E3DB-4138-B486-AA4154685F11}" srcId="{2FB9BDF4-9701-42C6-BCA2-EAFD58A0EE05}" destId="{6E074C8D-108E-4BC6-8CF0-2AEB85D3C43A}" srcOrd="3" destOrd="0" parTransId="{BBA57782-213D-488B-A7AA-DF28837AF285}" sibTransId="{40D644C8-7D8C-4FF8-9C95-4CCF1871826C}"/>
    <dgm:cxn modelId="{19F5ADE6-F3C3-C84A-8DC8-6DF78C7A7C8B}" type="presOf" srcId="{2FB9BDF4-9701-42C6-BCA2-EAFD58A0EE05}" destId="{AA8A88C7-0BE4-944D-86BA-1D446596E63A}" srcOrd="0" destOrd="0" presId="urn:microsoft.com/office/officeart/2008/layout/LinedList"/>
    <dgm:cxn modelId="{7E468C0C-EB58-4542-979C-2169387381E7}" type="presParOf" srcId="{AA8A88C7-0BE4-944D-86BA-1D446596E63A}" destId="{A3AE965A-9C4E-1041-BAD9-374A4418DFBA}" srcOrd="0" destOrd="0" presId="urn:microsoft.com/office/officeart/2008/layout/LinedList"/>
    <dgm:cxn modelId="{F875D4D5-059B-0646-BC5E-4E914AE48C92}" type="presParOf" srcId="{AA8A88C7-0BE4-944D-86BA-1D446596E63A}" destId="{E08E9882-1365-7343-B166-996393590BE0}" srcOrd="1" destOrd="0" presId="urn:microsoft.com/office/officeart/2008/layout/LinedList"/>
    <dgm:cxn modelId="{E105C3F6-0ACD-E442-8098-267070495A68}" type="presParOf" srcId="{E08E9882-1365-7343-B166-996393590BE0}" destId="{C6B0BE95-9CAC-EE4A-9668-AED670FA7335}" srcOrd="0" destOrd="0" presId="urn:microsoft.com/office/officeart/2008/layout/LinedList"/>
    <dgm:cxn modelId="{027656B3-3349-FD48-8BD8-D0C8E2415697}" type="presParOf" srcId="{E08E9882-1365-7343-B166-996393590BE0}" destId="{304057B7-922D-6E4E-BE3A-7F2763D53CD2}" srcOrd="1" destOrd="0" presId="urn:microsoft.com/office/officeart/2008/layout/LinedList"/>
    <dgm:cxn modelId="{20C68818-65F1-7E4F-AFC6-2DB17BF69BCF}" type="presParOf" srcId="{AA8A88C7-0BE4-944D-86BA-1D446596E63A}" destId="{34B82942-E736-2041-BCE7-72E9D2C77EAF}" srcOrd="2" destOrd="0" presId="urn:microsoft.com/office/officeart/2008/layout/LinedList"/>
    <dgm:cxn modelId="{DBB43F82-219D-D74A-8442-386D00EE13D6}" type="presParOf" srcId="{AA8A88C7-0BE4-944D-86BA-1D446596E63A}" destId="{8617E627-4E1C-B546-92C0-E6D1578982BA}" srcOrd="3" destOrd="0" presId="urn:microsoft.com/office/officeart/2008/layout/LinedList"/>
    <dgm:cxn modelId="{E8DD84E8-2EE1-8747-B13B-52EDBA9E4E62}" type="presParOf" srcId="{8617E627-4E1C-B546-92C0-E6D1578982BA}" destId="{58542625-5D3F-2C4F-A73A-F8ADA9A139EB}" srcOrd="0" destOrd="0" presId="urn:microsoft.com/office/officeart/2008/layout/LinedList"/>
    <dgm:cxn modelId="{F7861522-47B5-6D47-AD27-B9FAB7E41F76}" type="presParOf" srcId="{8617E627-4E1C-B546-92C0-E6D1578982BA}" destId="{DB0685A9-1A51-F944-A70C-61F379461918}" srcOrd="1" destOrd="0" presId="urn:microsoft.com/office/officeart/2008/layout/LinedList"/>
    <dgm:cxn modelId="{628BC2A0-8DF2-0F45-A446-BD664EB5130D}" type="presParOf" srcId="{AA8A88C7-0BE4-944D-86BA-1D446596E63A}" destId="{0A489536-7F39-E740-95C2-ADDA8B93EA4B}" srcOrd="4" destOrd="0" presId="urn:microsoft.com/office/officeart/2008/layout/LinedList"/>
    <dgm:cxn modelId="{9D16FD4B-3274-E940-8EF8-862B48B88F4F}" type="presParOf" srcId="{AA8A88C7-0BE4-944D-86BA-1D446596E63A}" destId="{FB457ED4-CFE4-3E44-90D4-8D59C0F174E6}" srcOrd="5" destOrd="0" presId="urn:microsoft.com/office/officeart/2008/layout/LinedList"/>
    <dgm:cxn modelId="{FC6CED32-FBC2-414F-A590-C0E10C0B0AAE}" type="presParOf" srcId="{FB457ED4-CFE4-3E44-90D4-8D59C0F174E6}" destId="{7E8E4CCA-C795-1B41-ACA9-8B86578EEC2C}" srcOrd="0" destOrd="0" presId="urn:microsoft.com/office/officeart/2008/layout/LinedList"/>
    <dgm:cxn modelId="{0B11B5C4-DAC5-0048-8665-5FF0390172EE}" type="presParOf" srcId="{FB457ED4-CFE4-3E44-90D4-8D59C0F174E6}" destId="{D79F501E-7753-B34B-8617-38360D2D1233}" srcOrd="1" destOrd="0" presId="urn:microsoft.com/office/officeart/2008/layout/LinedList"/>
    <dgm:cxn modelId="{0756D974-8AB4-364F-B94E-E5D41AFC17D8}" type="presParOf" srcId="{AA8A88C7-0BE4-944D-86BA-1D446596E63A}" destId="{9CF30FEA-DBF7-E541-AA41-DBBD7F8114DD}" srcOrd="6" destOrd="0" presId="urn:microsoft.com/office/officeart/2008/layout/LinedList"/>
    <dgm:cxn modelId="{CAD4DE0A-F637-B64D-A8CE-82B9726DC122}" type="presParOf" srcId="{AA8A88C7-0BE4-944D-86BA-1D446596E63A}" destId="{C46E60CA-0EAB-B444-9285-07689D84F51D}" srcOrd="7" destOrd="0" presId="urn:microsoft.com/office/officeart/2008/layout/LinedList"/>
    <dgm:cxn modelId="{F7DA7BF8-D4B0-4C4F-9E7B-A6453BD0D1DC}" type="presParOf" srcId="{C46E60CA-0EAB-B444-9285-07689D84F51D}" destId="{183B95D4-3230-B946-9165-E0A9F2FF581B}" srcOrd="0" destOrd="0" presId="urn:microsoft.com/office/officeart/2008/layout/LinedList"/>
    <dgm:cxn modelId="{8FD3B53A-BD67-E045-AE3E-A663E552535F}" type="presParOf" srcId="{C46E60CA-0EAB-B444-9285-07689D84F51D}" destId="{BC8EFC9E-4DC7-D649-A856-6ACE03219F5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BC09659-9844-48E1-9FB8-C4070F4203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571A88-8980-42C7-B0EA-AD15060605D2}">
      <dgm:prSet/>
      <dgm:spPr/>
      <dgm:t>
        <a:bodyPr/>
        <a:lstStyle/>
        <a:p>
          <a:r>
            <a:rPr lang="en-US"/>
            <a:t>Bidirectional five-tuple keyed hash-table.</a:t>
          </a:r>
        </a:p>
      </dgm:t>
    </dgm:pt>
    <dgm:pt modelId="{F5FDE177-D561-4670-9DA1-4CA835E30024}" type="parTrans" cxnId="{85A3D484-C855-471F-81A5-1025168AFC92}">
      <dgm:prSet/>
      <dgm:spPr/>
      <dgm:t>
        <a:bodyPr/>
        <a:lstStyle/>
        <a:p>
          <a:endParaRPr lang="en-US"/>
        </a:p>
      </dgm:t>
    </dgm:pt>
    <dgm:pt modelId="{0053B8DD-1783-4C07-B0D1-994CB88CA720}" type="sibTrans" cxnId="{85A3D484-C855-471F-81A5-1025168AFC92}">
      <dgm:prSet/>
      <dgm:spPr/>
      <dgm:t>
        <a:bodyPr/>
        <a:lstStyle/>
        <a:p>
          <a:endParaRPr lang="en-US"/>
        </a:p>
      </dgm:t>
    </dgm:pt>
    <dgm:pt modelId="{EF31E646-CC25-481D-AB00-10889CA072D1}">
      <dgm:prSet/>
      <dgm:spPr/>
      <dgm:t>
        <a:bodyPr/>
        <a:lstStyle/>
        <a:p>
          <a:r>
            <a:rPr lang="en-US"/>
            <a:t>Tracks packet/byte counts, IATs, TCP flags (no payloads).</a:t>
          </a:r>
        </a:p>
      </dgm:t>
    </dgm:pt>
    <dgm:pt modelId="{334C5646-A7B6-4960-B7D3-A16C937A7155}" type="parTrans" cxnId="{A85FEFCA-E01A-4803-ABE6-A8214E0C95E6}">
      <dgm:prSet/>
      <dgm:spPr/>
      <dgm:t>
        <a:bodyPr/>
        <a:lstStyle/>
        <a:p>
          <a:endParaRPr lang="en-US"/>
        </a:p>
      </dgm:t>
    </dgm:pt>
    <dgm:pt modelId="{46B8D8CA-FA7D-43BA-9903-CD1EC12AAD07}" type="sibTrans" cxnId="{A85FEFCA-E01A-4803-ABE6-A8214E0C95E6}">
      <dgm:prSet/>
      <dgm:spPr/>
      <dgm:t>
        <a:bodyPr/>
        <a:lstStyle/>
        <a:p>
          <a:endParaRPr lang="en-US"/>
        </a:p>
      </dgm:t>
    </dgm:pt>
    <dgm:pt modelId="{A9B0BF35-9F17-4AA4-9BBE-D1D49F0D8F7F}">
      <dgm:prSet/>
      <dgm:spPr/>
      <dgm:t>
        <a:bodyPr/>
        <a:lstStyle/>
        <a:p>
          <a:r>
            <a:rPr lang="en-US"/>
            <a:t>300 s inactivity eviction to cap memory.</a:t>
          </a:r>
        </a:p>
      </dgm:t>
    </dgm:pt>
    <dgm:pt modelId="{F0067788-7890-47E7-9F22-3A15403EE1E7}" type="parTrans" cxnId="{5E25D4F3-FEAC-4195-B580-6922CFA91916}">
      <dgm:prSet/>
      <dgm:spPr/>
      <dgm:t>
        <a:bodyPr/>
        <a:lstStyle/>
        <a:p>
          <a:endParaRPr lang="en-US"/>
        </a:p>
      </dgm:t>
    </dgm:pt>
    <dgm:pt modelId="{D9FB8BD5-FA11-4D28-8118-4F9403CAFC76}" type="sibTrans" cxnId="{5E25D4F3-FEAC-4195-B580-6922CFA91916}">
      <dgm:prSet/>
      <dgm:spPr/>
      <dgm:t>
        <a:bodyPr/>
        <a:lstStyle/>
        <a:p>
          <a:endParaRPr lang="en-US"/>
        </a:p>
      </dgm:t>
    </dgm:pt>
    <dgm:pt modelId="{2C4ACE81-386B-42B0-A98E-B3C78787D564}">
      <dgm:prSet/>
      <dgm:spPr/>
      <dgm:t>
        <a:bodyPr/>
        <a:lstStyle/>
        <a:p>
          <a:r>
            <a:rPr lang="en-US"/>
            <a:t>GDPR-compliant: data minimisation without content storage.</a:t>
          </a:r>
        </a:p>
      </dgm:t>
    </dgm:pt>
    <dgm:pt modelId="{D0231F0E-43A4-462F-8B75-3D3C28BF8D12}" type="parTrans" cxnId="{56C70B62-F697-43E9-ADF2-E5CD928D3D6D}">
      <dgm:prSet/>
      <dgm:spPr/>
      <dgm:t>
        <a:bodyPr/>
        <a:lstStyle/>
        <a:p>
          <a:endParaRPr lang="en-US"/>
        </a:p>
      </dgm:t>
    </dgm:pt>
    <dgm:pt modelId="{D11C3A06-9DAD-4060-8D88-833FF9579B8F}" type="sibTrans" cxnId="{56C70B62-F697-43E9-ADF2-E5CD928D3D6D}">
      <dgm:prSet/>
      <dgm:spPr/>
      <dgm:t>
        <a:bodyPr/>
        <a:lstStyle/>
        <a:p>
          <a:endParaRPr lang="en-US"/>
        </a:p>
      </dgm:t>
    </dgm:pt>
    <dgm:pt modelId="{EE392C18-DF4C-4D58-A306-49F333F651AA}" type="pres">
      <dgm:prSet presAssocID="{CBC09659-9844-48E1-9FB8-C4070F420331}" presName="root" presStyleCnt="0">
        <dgm:presLayoutVars>
          <dgm:dir/>
          <dgm:resizeHandles val="exact"/>
        </dgm:presLayoutVars>
      </dgm:prSet>
      <dgm:spPr/>
    </dgm:pt>
    <dgm:pt modelId="{D5819B5B-FAD4-430B-AD16-BD26E6A4CCB5}" type="pres">
      <dgm:prSet presAssocID="{89571A88-8980-42C7-B0EA-AD15060605D2}" presName="compNode" presStyleCnt="0"/>
      <dgm:spPr/>
    </dgm:pt>
    <dgm:pt modelId="{DC141FAB-47E3-473D-A07A-278CB83D7D87}" type="pres">
      <dgm:prSet presAssocID="{89571A88-8980-42C7-B0EA-AD15060605D2}" presName="bgRect" presStyleLbl="bgShp" presStyleIdx="0" presStyleCnt="4"/>
      <dgm:spPr/>
    </dgm:pt>
    <dgm:pt modelId="{719FB9B6-A69D-4175-B096-8816458D8844}" type="pres">
      <dgm:prSet presAssocID="{89571A88-8980-42C7-B0EA-AD15060605D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16EDF12A-1B05-4746-8A92-514C0D2EAF45}" type="pres">
      <dgm:prSet presAssocID="{89571A88-8980-42C7-B0EA-AD15060605D2}" presName="spaceRect" presStyleCnt="0"/>
      <dgm:spPr/>
    </dgm:pt>
    <dgm:pt modelId="{55F3EFCF-817F-4229-B63D-6419C9915F8D}" type="pres">
      <dgm:prSet presAssocID="{89571A88-8980-42C7-B0EA-AD15060605D2}" presName="parTx" presStyleLbl="revTx" presStyleIdx="0" presStyleCnt="4">
        <dgm:presLayoutVars>
          <dgm:chMax val="0"/>
          <dgm:chPref val="0"/>
        </dgm:presLayoutVars>
      </dgm:prSet>
      <dgm:spPr/>
    </dgm:pt>
    <dgm:pt modelId="{512FAA85-110E-44F1-A642-26597AE4F27D}" type="pres">
      <dgm:prSet presAssocID="{0053B8DD-1783-4C07-B0D1-994CB88CA720}" presName="sibTrans" presStyleCnt="0"/>
      <dgm:spPr/>
    </dgm:pt>
    <dgm:pt modelId="{4D4BC8F2-C928-4858-B045-73459FCFD6C6}" type="pres">
      <dgm:prSet presAssocID="{EF31E646-CC25-481D-AB00-10889CA072D1}" presName="compNode" presStyleCnt="0"/>
      <dgm:spPr/>
    </dgm:pt>
    <dgm:pt modelId="{E1C7A8CD-5B55-4C0A-86C8-4F83C5E6F2A3}" type="pres">
      <dgm:prSet presAssocID="{EF31E646-CC25-481D-AB00-10889CA072D1}" presName="bgRect" presStyleLbl="bgShp" presStyleIdx="1" presStyleCnt="4"/>
      <dgm:spPr/>
    </dgm:pt>
    <dgm:pt modelId="{1B627435-6C45-49BD-A684-3D4895FC68B5}" type="pres">
      <dgm:prSet presAssocID="{EF31E646-CC25-481D-AB00-10889CA072D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E824F77B-2A16-4990-A00F-AE18668B6EA4}" type="pres">
      <dgm:prSet presAssocID="{EF31E646-CC25-481D-AB00-10889CA072D1}" presName="spaceRect" presStyleCnt="0"/>
      <dgm:spPr/>
    </dgm:pt>
    <dgm:pt modelId="{925181FD-62BA-48C5-97A9-1B554E734DA0}" type="pres">
      <dgm:prSet presAssocID="{EF31E646-CC25-481D-AB00-10889CA072D1}" presName="parTx" presStyleLbl="revTx" presStyleIdx="1" presStyleCnt="4">
        <dgm:presLayoutVars>
          <dgm:chMax val="0"/>
          <dgm:chPref val="0"/>
        </dgm:presLayoutVars>
      </dgm:prSet>
      <dgm:spPr/>
    </dgm:pt>
    <dgm:pt modelId="{00995B5A-6E9F-4EAB-8553-8028CC8D817D}" type="pres">
      <dgm:prSet presAssocID="{46B8D8CA-FA7D-43BA-9903-CD1EC12AAD07}" presName="sibTrans" presStyleCnt="0"/>
      <dgm:spPr/>
    </dgm:pt>
    <dgm:pt modelId="{E6D00D51-A539-4DFB-9839-8A9C3EC45A2E}" type="pres">
      <dgm:prSet presAssocID="{A9B0BF35-9F17-4AA4-9BBE-D1D49F0D8F7F}" presName="compNode" presStyleCnt="0"/>
      <dgm:spPr/>
    </dgm:pt>
    <dgm:pt modelId="{449353CD-74C6-4074-A4E4-9F99799B3443}" type="pres">
      <dgm:prSet presAssocID="{A9B0BF35-9F17-4AA4-9BBE-D1D49F0D8F7F}" presName="bgRect" presStyleLbl="bgShp" presStyleIdx="2" presStyleCnt="4"/>
      <dgm:spPr/>
    </dgm:pt>
    <dgm:pt modelId="{DCF04ED0-F86C-40A2-8448-3C1364D0B4D3}" type="pres">
      <dgm:prSet presAssocID="{A9B0BF35-9F17-4AA4-9BBE-D1D49F0D8F7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B0E36A09-21AD-4510-BBAE-3C3CCFD2A814}" type="pres">
      <dgm:prSet presAssocID="{A9B0BF35-9F17-4AA4-9BBE-D1D49F0D8F7F}" presName="spaceRect" presStyleCnt="0"/>
      <dgm:spPr/>
    </dgm:pt>
    <dgm:pt modelId="{435D1432-9530-4963-BA3A-11C26EABDB95}" type="pres">
      <dgm:prSet presAssocID="{A9B0BF35-9F17-4AA4-9BBE-D1D49F0D8F7F}" presName="parTx" presStyleLbl="revTx" presStyleIdx="2" presStyleCnt="4">
        <dgm:presLayoutVars>
          <dgm:chMax val="0"/>
          <dgm:chPref val="0"/>
        </dgm:presLayoutVars>
      </dgm:prSet>
      <dgm:spPr/>
    </dgm:pt>
    <dgm:pt modelId="{1C8C7E7D-E7A5-4ED6-A732-CFF8994DF609}" type="pres">
      <dgm:prSet presAssocID="{D9FB8BD5-FA11-4D28-8118-4F9403CAFC76}" presName="sibTrans" presStyleCnt="0"/>
      <dgm:spPr/>
    </dgm:pt>
    <dgm:pt modelId="{49635ECF-46EB-47F5-A60F-4838D97800A0}" type="pres">
      <dgm:prSet presAssocID="{2C4ACE81-386B-42B0-A98E-B3C78787D564}" presName="compNode" presStyleCnt="0"/>
      <dgm:spPr/>
    </dgm:pt>
    <dgm:pt modelId="{57E22F6A-9325-4BC5-9904-B20DE1B1D70A}" type="pres">
      <dgm:prSet presAssocID="{2C4ACE81-386B-42B0-A98E-B3C78787D564}" presName="bgRect" presStyleLbl="bgShp" presStyleIdx="3" presStyleCnt="4"/>
      <dgm:spPr/>
    </dgm:pt>
    <dgm:pt modelId="{94937D60-27B3-4137-B14A-D5F2F68D2CF3}" type="pres">
      <dgm:prSet presAssocID="{2C4ACE81-386B-42B0-A98E-B3C78787D56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0EB8CBC7-F9D2-44F3-8112-A5DA2F7F25AF}" type="pres">
      <dgm:prSet presAssocID="{2C4ACE81-386B-42B0-A98E-B3C78787D564}" presName="spaceRect" presStyleCnt="0"/>
      <dgm:spPr/>
    </dgm:pt>
    <dgm:pt modelId="{4634E4FD-FB03-4771-BD8D-4A4E9AF99A3B}" type="pres">
      <dgm:prSet presAssocID="{2C4ACE81-386B-42B0-A98E-B3C78787D56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BFCE910-6765-44A4-9AB6-7D5DAA75C6AF}" type="presOf" srcId="{EF31E646-CC25-481D-AB00-10889CA072D1}" destId="{925181FD-62BA-48C5-97A9-1B554E734DA0}" srcOrd="0" destOrd="0" presId="urn:microsoft.com/office/officeart/2018/2/layout/IconVerticalSolidList"/>
    <dgm:cxn modelId="{4CD98B44-E65B-43F7-81F3-B75409CF12BE}" type="presOf" srcId="{2C4ACE81-386B-42B0-A98E-B3C78787D564}" destId="{4634E4FD-FB03-4771-BD8D-4A4E9AF99A3B}" srcOrd="0" destOrd="0" presId="urn:microsoft.com/office/officeart/2018/2/layout/IconVerticalSolidList"/>
    <dgm:cxn modelId="{56C70B62-F697-43E9-ADF2-E5CD928D3D6D}" srcId="{CBC09659-9844-48E1-9FB8-C4070F420331}" destId="{2C4ACE81-386B-42B0-A98E-B3C78787D564}" srcOrd="3" destOrd="0" parTransId="{D0231F0E-43A4-462F-8B75-3D3C28BF8D12}" sibTransId="{D11C3A06-9DAD-4060-8D88-833FF9579B8F}"/>
    <dgm:cxn modelId="{C465136A-044D-4824-BC76-1633DBD2DE9C}" type="presOf" srcId="{89571A88-8980-42C7-B0EA-AD15060605D2}" destId="{55F3EFCF-817F-4229-B63D-6419C9915F8D}" srcOrd="0" destOrd="0" presId="urn:microsoft.com/office/officeart/2018/2/layout/IconVerticalSolidList"/>
    <dgm:cxn modelId="{85A3D484-C855-471F-81A5-1025168AFC92}" srcId="{CBC09659-9844-48E1-9FB8-C4070F420331}" destId="{89571A88-8980-42C7-B0EA-AD15060605D2}" srcOrd="0" destOrd="0" parTransId="{F5FDE177-D561-4670-9DA1-4CA835E30024}" sibTransId="{0053B8DD-1783-4C07-B0D1-994CB88CA720}"/>
    <dgm:cxn modelId="{990526BF-0870-4C2D-9AA3-6733473B0D88}" type="presOf" srcId="{CBC09659-9844-48E1-9FB8-C4070F420331}" destId="{EE392C18-DF4C-4D58-A306-49F333F651AA}" srcOrd="0" destOrd="0" presId="urn:microsoft.com/office/officeart/2018/2/layout/IconVerticalSolidList"/>
    <dgm:cxn modelId="{A85FEFCA-E01A-4803-ABE6-A8214E0C95E6}" srcId="{CBC09659-9844-48E1-9FB8-C4070F420331}" destId="{EF31E646-CC25-481D-AB00-10889CA072D1}" srcOrd="1" destOrd="0" parTransId="{334C5646-A7B6-4960-B7D3-A16C937A7155}" sibTransId="{46B8D8CA-FA7D-43BA-9903-CD1EC12AAD07}"/>
    <dgm:cxn modelId="{BD3C7EDE-DFAB-43B7-A918-7D186A963001}" type="presOf" srcId="{A9B0BF35-9F17-4AA4-9BBE-D1D49F0D8F7F}" destId="{435D1432-9530-4963-BA3A-11C26EABDB95}" srcOrd="0" destOrd="0" presId="urn:microsoft.com/office/officeart/2018/2/layout/IconVerticalSolidList"/>
    <dgm:cxn modelId="{5E25D4F3-FEAC-4195-B580-6922CFA91916}" srcId="{CBC09659-9844-48E1-9FB8-C4070F420331}" destId="{A9B0BF35-9F17-4AA4-9BBE-D1D49F0D8F7F}" srcOrd="2" destOrd="0" parTransId="{F0067788-7890-47E7-9F22-3A15403EE1E7}" sibTransId="{D9FB8BD5-FA11-4D28-8118-4F9403CAFC76}"/>
    <dgm:cxn modelId="{3E6E69CD-3111-495F-A007-EF1525F4E989}" type="presParOf" srcId="{EE392C18-DF4C-4D58-A306-49F333F651AA}" destId="{D5819B5B-FAD4-430B-AD16-BD26E6A4CCB5}" srcOrd="0" destOrd="0" presId="urn:microsoft.com/office/officeart/2018/2/layout/IconVerticalSolidList"/>
    <dgm:cxn modelId="{1B721021-D9B2-431B-AA21-D22A1B19AACE}" type="presParOf" srcId="{D5819B5B-FAD4-430B-AD16-BD26E6A4CCB5}" destId="{DC141FAB-47E3-473D-A07A-278CB83D7D87}" srcOrd="0" destOrd="0" presId="urn:microsoft.com/office/officeart/2018/2/layout/IconVerticalSolidList"/>
    <dgm:cxn modelId="{11214E5E-2B1D-4943-97AA-7B7EF1296D50}" type="presParOf" srcId="{D5819B5B-FAD4-430B-AD16-BD26E6A4CCB5}" destId="{719FB9B6-A69D-4175-B096-8816458D8844}" srcOrd="1" destOrd="0" presId="urn:microsoft.com/office/officeart/2018/2/layout/IconVerticalSolidList"/>
    <dgm:cxn modelId="{6BD888FD-39A7-4869-AA2A-767C8DB97728}" type="presParOf" srcId="{D5819B5B-FAD4-430B-AD16-BD26E6A4CCB5}" destId="{16EDF12A-1B05-4746-8A92-514C0D2EAF45}" srcOrd="2" destOrd="0" presId="urn:microsoft.com/office/officeart/2018/2/layout/IconVerticalSolidList"/>
    <dgm:cxn modelId="{EEBA33E0-0A0A-4680-BC50-FB8270C8AEE4}" type="presParOf" srcId="{D5819B5B-FAD4-430B-AD16-BD26E6A4CCB5}" destId="{55F3EFCF-817F-4229-B63D-6419C9915F8D}" srcOrd="3" destOrd="0" presId="urn:microsoft.com/office/officeart/2018/2/layout/IconVerticalSolidList"/>
    <dgm:cxn modelId="{D282EE77-F86F-4B12-9AE1-B5B3B6C70DDE}" type="presParOf" srcId="{EE392C18-DF4C-4D58-A306-49F333F651AA}" destId="{512FAA85-110E-44F1-A642-26597AE4F27D}" srcOrd="1" destOrd="0" presId="urn:microsoft.com/office/officeart/2018/2/layout/IconVerticalSolidList"/>
    <dgm:cxn modelId="{A95D811D-9375-42E2-B578-BE3C9373CE08}" type="presParOf" srcId="{EE392C18-DF4C-4D58-A306-49F333F651AA}" destId="{4D4BC8F2-C928-4858-B045-73459FCFD6C6}" srcOrd="2" destOrd="0" presId="urn:microsoft.com/office/officeart/2018/2/layout/IconVerticalSolidList"/>
    <dgm:cxn modelId="{6D1ED3D1-9ABC-4D39-90CF-4476C49961E4}" type="presParOf" srcId="{4D4BC8F2-C928-4858-B045-73459FCFD6C6}" destId="{E1C7A8CD-5B55-4C0A-86C8-4F83C5E6F2A3}" srcOrd="0" destOrd="0" presId="urn:microsoft.com/office/officeart/2018/2/layout/IconVerticalSolidList"/>
    <dgm:cxn modelId="{7201C533-0EA5-4B9F-B91E-FD8170674DC0}" type="presParOf" srcId="{4D4BC8F2-C928-4858-B045-73459FCFD6C6}" destId="{1B627435-6C45-49BD-A684-3D4895FC68B5}" srcOrd="1" destOrd="0" presId="urn:microsoft.com/office/officeart/2018/2/layout/IconVerticalSolidList"/>
    <dgm:cxn modelId="{9A9A93C7-2DA9-4885-A3B5-9DD4873FE787}" type="presParOf" srcId="{4D4BC8F2-C928-4858-B045-73459FCFD6C6}" destId="{E824F77B-2A16-4990-A00F-AE18668B6EA4}" srcOrd="2" destOrd="0" presId="urn:microsoft.com/office/officeart/2018/2/layout/IconVerticalSolidList"/>
    <dgm:cxn modelId="{3DF71659-B1FF-45B8-BE25-9B4DF73C5FAD}" type="presParOf" srcId="{4D4BC8F2-C928-4858-B045-73459FCFD6C6}" destId="{925181FD-62BA-48C5-97A9-1B554E734DA0}" srcOrd="3" destOrd="0" presId="urn:microsoft.com/office/officeart/2018/2/layout/IconVerticalSolidList"/>
    <dgm:cxn modelId="{7243E779-97F4-4ADD-8845-7BAB8F3CB068}" type="presParOf" srcId="{EE392C18-DF4C-4D58-A306-49F333F651AA}" destId="{00995B5A-6E9F-4EAB-8553-8028CC8D817D}" srcOrd="3" destOrd="0" presId="urn:microsoft.com/office/officeart/2018/2/layout/IconVerticalSolidList"/>
    <dgm:cxn modelId="{7557569F-EEBA-4170-8695-453B8DAA7C38}" type="presParOf" srcId="{EE392C18-DF4C-4D58-A306-49F333F651AA}" destId="{E6D00D51-A539-4DFB-9839-8A9C3EC45A2E}" srcOrd="4" destOrd="0" presId="urn:microsoft.com/office/officeart/2018/2/layout/IconVerticalSolidList"/>
    <dgm:cxn modelId="{32B8A4DA-64EF-4341-8F6D-253F85E75E37}" type="presParOf" srcId="{E6D00D51-A539-4DFB-9839-8A9C3EC45A2E}" destId="{449353CD-74C6-4074-A4E4-9F99799B3443}" srcOrd="0" destOrd="0" presId="urn:microsoft.com/office/officeart/2018/2/layout/IconVerticalSolidList"/>
    <dgm:cxn modelId="{03F97ECA-C547-4057-9807-6495E24CE03A}" type="presParOf" srcId="{E6D00D51-A539-4DFB-9839-8A9C3EC45A2E}" destId="{DCF04ED0-F86C-40A2-8448-3C1364D0B4D3}" srcOrd="1" destOrd="0" presId="urn:microsoft.com/office/officeart/2018/2/layout/IconVerticalSolidList"/>
    <dgm:cxn modelId="{1D80AEE8-D1AC-4464-95C9-A3ABABFE623B}" type="presParOf" srcId="{E6D00D51-A539-4DFB-9839-8A9C3EC45A2E}" destId="{B0E36A09-21AD-4510-BBAE-3C3CCFD2A814}" srcOrd="2" destOrd="0" presId="urn:microsoft.com/office/officeart/2018/2/layout/IconVerticalSolidList"/>
    <dgm:cxn modelId="{C0D2BE29-38E0-4EB7-AA09-5B4E2E846C44}" type="presParOf" srcId="{E6D00D51-A539-4DFB-9839-8A9C3EC45A2E}" destId="{435D1432-9530-4963-BA3A-11C26EABDB95}" srcOrd="3" destOrd="0" presId="urn:microsoft.com/office/officeart/2018/2/layout/IconVerticalSolidList"/>
    <dgm:cxn modelId="{237CAE47-EDA8-4C19-B82E-39B48059ED8E}" type="presParOf" srcId="{EE392C18-DF4C-4D58-A306-49F333F651AA}" destId="{1C8C7E7D-E7A5-4ED6-A732-CFF8994DF609}" srcOrd="5" destOrd="0" presId="urn:microsoft.com/office/officeart/2018/2/layout/IconVerticalSolidList"/>
    <dgm:cxn modelId="{9255BA85-9CB0-4268-B950-8574BA358C47}" type="presParOf" srcId="{EE392C18-DF4C-4D58-A306-49F333F651AA}" destId="{49635ECF-46EB-47F5-A60F-4838D97800A0}" srcOrd="6" destOrd="0" presId="urn:microsoft.com/office/officeart/2018/2/layout/IconVerticalSolidList"/>
    <dgm:cxn modelId="{41A38716-D4B8-49BB-A835-A5955912966D}" type="presParOf" srcId="{49635ECF-46EB-47F5-A60F-4838D97800A0}" destId="{57E22F6A-9325-4BC5-9904-B20DE1B1D70A}" srcOrd="0" destOrd="0" presId="urn:microsoft.com/office/officeart/2018/2/layout/IconVerticalSolidList"/>
    <dgm:cxn modelId="{B4177948-675D-47D7-89BA-3A534BBCFFDE}" type="presParOf" srcId="{49635ECF-46EB-47F5-A60F-4838D97800A0}" destId="{94937D60-27B3-4137-B14A-D5F2F68D2CF3}" srcOrd="1" destOrd="0" presId="urn:microsoft.com/office/officeart/2018/2/layout/IconVerticalSolidList"/>
    <dgm:cxn modelId="{1CFF27D8-35C5-4B55-A3F4-82CE84944F30}" type="presParOf" srcId="{49635ECF-46EB-47F5-A60F-4838D97800A0}" destId="{0EB8CBC7-F9D2-44F3-8112-A5DA2F7F25AF}" srcOrd="2" destOrd="0" presId="urn:microsoft.com/office/officeart/2018/2/layout/IconVerticalSolidList"/>
    <dgm:cxn modelId="{3079DF9D-8C80-4F20-BE7C-7608D69673D1}" type="presParOf" srcId="{49635ECF-46EB-47F5-A60F-4838D97800A0}" destId="{4634E4FD-FB03-4771-BD8D-4A4E9AF99A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A47D1AF-E2EE-4BE2-B551-A94BACDE4EE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903314D-E5B2-4F38-9F64-3D8975EB6CB1}">
      <dgm:prSet/>
      <dgm:spPr/>
      <dgm:t>
        <a:bodyPr/>
        <a:lstStyle/>
        <a:p>
          <a:r>
            <a:rPr lang="en-US"/>
            <a:t>Topic ‘network_flows’ keyed by source IP for partition affinity.</a:t>
          </a:r>
        </a:p>
      </dgm:t>
    </dgm:pt>
    <dgm:pt modelId="{EF7DB864-0243-45AD-8329-0D012BD90DEC}" type="parTrans" cxnId="{BFBA1B39-467F-4667-9DAD-CEDE975C1F3D}">
      <dgm:prSet/>
      <dgm:spPr/>
      <dgm:t>
        <a:bodyPr/>
        <a:lstStyle/>
        <a:p>
          <a:endParaRPr lang="en-US"/>
        </a:p>
      </dgm:t>
    </dgm:pt>
    <dgm:pt modelId="{9C2DD0DC-BC33-4DCB-AB95-8F68682550D2}" type="sibTrans" cxnId="{BFBA1B39-467F-4667-9DAD-CEDE975C1F3D}">
      <dgm:prSet/>
      <dgm:spPr/>
      <dgm:t>
        <a:bodyPr/>
        <a:lstStyle/>
        <a:p>
          <a:endParaRPr lang="en-US"/>
        </a:p>
      </dgm:t>
    </dgm:pt>
    <dgm:pt modelId="{2E74F4D5-2E60-423C-9075-357AF4E369B4}">
      <dgm:prSet/>
      <dgm:spPr/>
      <dgm:t>
        <a:bodyPr/>
        <a:lstStyle/>
        <a:p>
          <a:r>
            <a:rPr lang="en-US"/>
            <a:t>Job servers (2×CPU threads) enrich &amp; forward flows to ML API.</a:t>
          </a:r>
        </a:p>
      </dgm:t>
    </dgm:pt>
    <dgm:pt modelId="{2A236D40-903D-43B0-BA14-2DFFC68E9E38}" type="parTrans" cxnId="{3D4CB5B0-21A2-4CA4-AA15-2BC61419BDDA}">
      <dgm:prSet/>
      <dgm:spPr/>
      <dgm:t>
        <a:bodyPr/>
        <a:lstStyle/>
        <a:p>
          <a:endParaRPr lang="en-US"/>
        </a:p>
      </dgm:t>
    </dgm:pt>
    <dgm:pt modelId="{4E4974D9-9E38-4B4C-B0E9-263CE1447584}" type="sibTrans" cxnId="{3D4CB5B0-21A2-4CA4-AA15-2BC61419BDDA}">
      <dgm:prSet/>
      <dgm:spPr/>
      <dgm:t>
        <a:bodyPr/>
        <a:lstStyle/>
        <a:p>
          <a:endParaRPr lang="en-US"/>
        </a:p>
      </dgm:t>
    </dgm:pt>
    <dgm:pt modelId="{C4BBE3CF-4511-4E97-BAFF-D072D892F851}">
      <dgm:prSet/>
      <dgm:spPr/>
      <dgm:t>
        <a:bodyPr/>
        <a:lstStyle/>
        <a:p>
          <a:r>
            <a:rPr lang="en-US"/>
            <a:t>Back-pressure via 10 k bounded queue; drops logged when full.</a:t>
          </a:r>
        </a:p>
      </dgm:t>
    </dgm:pt>
    <dgm:pt modelId="{C4D110B6-ED1D-497E-A3AB-1D552EB19A2E}" type="parTrans" cxnId="{32B5A552-6C0C-4455-8A5F-DE96804261C3}">
      <dgm:prSet/>
      <dgm:spPr/>
      <dgm:t>
        <a:bodyPr/>
        <a:lstStyle/>
        <a:p>
          <a:endParaRPr lang="en-US"/>
        </a:p>
      </dgm:t>
    </dgm:pt>
    <dgm:pt modelId="{8282DE29-DD6F-4670-A151-7D4258F2B08F}" type="sibTrans" cxnId="{32B5A552-6C0C-4455-8A5F-DE96804261C3}">
      <dgm:prSet/>
      <dgm:spPr/>
      <dgm:t>
        <a:bodyPr/>
        <a:lstStyle/>
        <a:p>
          <a:endParaRPr lang="en-US"/>
        </a:p>
      </dgm:t>
    </dgm:pt>
    <dgm:pt modelId="{B604672B-9D39-4331-85D5-FF10F15F2D28}">
      <dgm:prSet/>
      <dgm:spPr/>
      <dgm:t>
        <a:bodyPr/>
        <a:lstStyle/>
        <a:p>
          <a:r>
            <a:rPr lang="en-US"/>
            <a:t>At-least-once delivery ensured by consumer group semantics.</a:t>
          </a:r>
        </a:p>
      </dgm:t>
    </dgm:pt>
    <dgm:pt modelId="{74A06E34-928D-46C2-A2FF-D859198A3E76}" type="parTrans" cxnId="{ACA49B8C-246B-4430-B39C-CE096F2A4939}">
      <dgm:prSet/>
      <dgm:spPr/>
      <dgm:t>
        <a:bodyPr/>
        <a:lstStyle/>
        <a:p>
          <a:endParaRPr lang="en-US"/>
        </a:p>
      </dgm:t>
    </dgm:pt>
    <dgm:pt modelId="{F8289388-FB16-48EC-85F8-41EF622CBC55}" type="sibTrans" cxnId="{ACA49B8C-246B-4430-B39C-CE096F2A4939}">
      <dgm:prSet/>
      <dgm:spPr/>
      <dgm:t>
        <a:bodyPr/>
        <a:lstStyle/>
        <a:p>
          <a:endParaRPr lang="en-US"/>
        </a:p>
      </dgm:t>
    </dgm:pt>
    <dgm:pt modelId="{52FA0A48-D2EB-4CC7-BC05-89ABE083BFAB}" type="pres">
      <dgm:prSet presAssocID="{2A47D1AF-E2EE-4BE2-B551-A94BACDE4EED}" presName="root" presStyleCnt="0">
        <dgm:presLayoutVars>
          <dgm:dir/>
          <dgm:resizeHandles val="exact"/>
        </dgm:presLayoutVars>
      </dgm:prSet>
      <dgm:spPr/>
    </dgm:pt>
    <dgm:pt modelId="{0BB48592-082F-4576-9460-D3FECEEB632F}" type="pres">
      <dgm:prSet presAssocID="{9903314D-E5B2-4F38-9F64-3D8975EB6CB1}" presName="compNode" presStyleCnt="0"/>
      <dgm:spPr/>
    </dgm:pt>
    <dgm:pt modelId="{B93077F1-A76C-42F5-8679-F9824AB689BA}" type="pres">
      <dgm:prSet presAssocID="{9903314D-E5B2-4F38-9F64-3D8975EB6CB1}" presName="bgRect" presStyleLbl="bgShp" presStyleIdx="0" presStyleCnt="4"/>
      <dgm:spPr/>
    </dgm:pt>
    <dgm:pt modelId="{85783BC5-C68C-40EB-A9A3-D6CDE08601FF}" type="pres">
      <dgm:prSet presAssocID="{9903314D-E5B2-4F38-9F64-3D8975EB6CB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7667FB0-3676-45D6-87D8-D6100068B527}" type="pres">
      <dgm:prSet presAssocID="{9903314D-E5B2-4F38-9F64-3D8975EB6CB1}" presName="spaceRect" presStyleCnt="0"/>
      <dgm:spPr/>
    </dgm:pt>
    <dgm:pt modelId="{B48A68A0-5A19-4E36-B15B-29FEE607BA86}" type="pres">
      <dgm:prSet presAssocID="{9903314D-E5B2-4F38-9F64-3D8975EB6CB1}" presName="parTx" presStyleLbl="revTx" presStyleIdx="0" presStyleCnt="4">
        <dgm:presLayoutVars>
          <dgm:chMax val="0"/>
          <dgm:chPref val="0"/>
        </dgm:presLayoutVars>
      </dgm:prSet>
      <dgm:spPr/>
    </dgm:pt>
    <dgm:pt modelId="{141C80D0-0444-466D-9B24-BA530C655A2A}" type="pres">
      <dgm:prSet presAssocID="{9C2DD0DC-BC33-4DCB-AB95-8F68682550D2}" presName="sibTrans" presStyleCnt="0"/>
      <dgm:spPr/>
    </dgm:pt>
    <dgm:pt modelId="{CD2381C0-4B93-4DDC-AB2C-A4E32509FBFE}" type="pres">
      <dgm:prSet presAssocID="{2E74F4D5-2E60-423C-9075-357AF4E369B4}" presName="compNode" presStyleCnt="0"/>
      <dgm:spPr/>
    </dgm:pt>
    <dgm:pt modelId="{148FADDE-CF67-4500-BC8F-6D741DBF3879}" type="pres">
      <dgm:prSet presAssocID="{2E74F4D5-2E60-423C-9075-357AF4E369B4}" presName="bgRect" presStyleLbl="bgShp" presStyleIdx="1" presStyleCnt="4"/>
      <dgm:spPr/>
    </dgm:pt>
    <dgm:pt modelId="{058DCE01-0AFE-4864-9DC8-43E4BB0A9BE7}" type="pres">
      <dgm:prSet presAssocID="{2E74F4D5-2E60-423C-9075-357AF4E369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547F495-916F-454C-9B94-EF98F99D2948}" type="pres">
      <dgm:prSet presAssocID="{2E74F4D5-2E60-423C-9075-357AF4E369B4}" presName="spaceRect" presStyleCnt="0"/>
      <dgm:spPr/>
    </dgm:pt>
    <dgm:pt modelId="{448F5CC0-3A5A-4CDC-9A9A-FA795A0DA21A}" type="pres">
      <dgm:prSet presAssocID="{2E74F4D5-2E60-423C-9075-357AF4E369B4}" presName="parTx" presStyleLbl="revTx" presStyleIdx="1" presStyleCnt="4">
        <dgm:presLayoutVars>
          <dgm:chMax val="0"/>
          <dgm:chPref val="0"/>
        </dgm:presLayoutVars>
      </dgm:prSet>
      <dgm:spPr/>
    </dgm:pt>
    <dgm:pt modelId="{7D8AC1A1-538C-4CE0-A112-CDEA6931F77E}" type="pres">
      <dgm:prSet presAssocID="{4E4974D9-9E38-4B4C-B0E9-263CE1447584}" presName="sibTrans" presStyleCnt="0"/>
      <dgm:spPr/>
    </dgm:pt>
    <dgm:pt modelId="{40EECD6B-EC61-41F5-B754-A088A958E34D}" type="pres">
      <dgm:prSet presAssocID="{C4BBE3CF-4511-4E97-BAFF-D072D892F851}" presName="compNode" presStyleCnt="0"/>
      <dgm:spPr/>
    </dgm:pt>
    <dgm:pt modelId="{25C2FF37-CD60-4350-9D29-6BACF889DCBF}" type="pres">
      <dgm:prSet presAssocID="{C4BBE3CF-4511-4E97-BAFF-D072D892F851}" presName="bgRect" presStyleLbl="bgShp" presStyleIdx="2" presStyleCnt="4"/>
      <dgm:spPr/>
    </dgm:pt>
    <dgm:pt modelId="{947A4955-DC78-4FB8-A6FC-FE1A51A7FB56}" type="pres">
      <dgm:prSet presAssocID="{C4BBE3CF-4511-4E97-BAFF-D072D892F85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F5EC0C29-09E2-44FD-A567-C1A00DB09F8D}" type="pres">
      <dgm:prSet presAssocID="{C4BBE3CF-4511-4E97-BAFF-D072D892F851}" presName="spaceRect" presStyleCnt="0"/>
      <dgm:spPr/>
    </dgm:pt>
    <dgm:pt modelId="{2DD7DE0E-42D7-4F67-8676-52E5DAF43DCE}" type="pres">
      <dgm:prSet presAssocID="{C4BBE3CF-4511-4E97-BAFF-D072D892F851}" presName="parTx" presStyleLbl="revTx" presStyleIdx="2" presStyleCnt="4">
        <dgm:presLayoutVars>
          <dgm:chMax val="0"/>
          <dgm:chPref val="0"/>
        </dgm:presLayoutVars>
      </dgm:prSet>
      <dgm:spPr/>
    </dgm:pt>
    <dgm:pt modelId="{535A5364-3D0F-4BA8-B257-EEFBFBA156E0}" type="pres">
      <dgm:prSet presAssocID="{8282DE29-DD6F-4670-A151-7D4258F2B08F}" presName="sibTrans" presStyleCnt="0"/>
      <dgm:spPr/>
    </dgm:pt>
    <dgm:pt modelId="{4CD527DC-765D-46F7-BB84-DD64860AEA23}" type="pres">
      <dgm:prSet presAssocID="{B604672B-9D39-4331-85D5-FF10F15F2D28}" presName="compNode" presStyleCnt="0"/>
      <dgm:spPr/>
    </dgm:pt>
    <dgm:pt modelId="{4083C981-F274-47B3-9CB3-14752F388E86}" type="pres">
      <dgm:prSet presAssocID="{B604672B-9D39-4331-85D5-FF10F15F2D28}" presName="bgRect" presStyleLbl="bgShp" presStyleIdx="3" presStyleCnt="4"/>
      <dgm:spPr/>
    </dgm:pt>
    <dgm:pt modelId="{A25444E0-F3FD-4387-B5FE-A301F22AA11E}" type="pres">
      <dgm:prSet presAssocID="{B604672B-9D39-4331-85D5-FF10F15F2D2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ADD1F60-3F4B-408F-B2AB-3FF65778A60B}" type="pres">
      <dgm:prSet presAssocID="{B604672B-9D39-4331-85D5-FF10F15F2D28}" presName="spaceRect" presStyleCnt="0"/>
      <dgm:spPr/>
    </dgm:pt>
    <dgm:pt modelId="{1E007E83-B404-42BE-A5EC-2D81E83ED2F2}" type="pres">
      <dgm:prSet presAssocID="{B604672B-9D39-4331-85D5-FF10F15F2D2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D786C13-CC93-4F88-BAC9-2EB7F8132672}" type="presOf" srcId="{2E74F4D5-2E60-423C-9075-357AF4E369B4}" destId="{448F5CC0-3A5A-4CDC-9A9A-FA795A0DA21A}" srcOrd="0" destOrd="0" presId="urn:microsoft.com/office/officeart/2018/2/layout/IconVerticalSolidList"/>
    <dgm:cxn modelId="{BFBA1B39-467F-4667-9DAD-CEDE975C1F3D}" srcId="{2A47D1AF-E2EE-4BE2-B551-A94BACDE4EED}" destId="{9903314D-E5B2-4F38-9F64-3D8975EB6CB1}" srcOrd="0" destOrd="0" parTransId="{EF7DB864-0243-45AD-8329-0D012BD90DEC}" sibTransId="{9C2DD0DC-BC33-4DCB-AB95-8F68682550D2}"/>
    <dgm:cxn modelId="{32B5A552-6C0C-4455-8A5F-DE96804261C3}" srcId="{2A47D1AF-E2EE-4BE2-B551-A94BACDE4EED}" destId="{C4BBE3CF-4511-4E97-BAFF-D072D892F851}" srcOrd="2" destOrd="0" parTransId="{C4D110B6-ED1D-497E-A3AB-1D552EB19A2E}" sibTransId="{8282DE29-DD6F-4670-A151-7D4258F2B08F}"/>
    <dgm:cxn modelId="{2ECA9F8B-4467-4D64-B878-8CD567C91A68}" type="presOf" srcId="{B604672B-9D39-4331-85D5-FF10F15F2D28}" destId="{1E007E83-B404-42BE-A5EC-2D81E83ED2F2}" srcOrd="0" destOrd="0" presId="urn:microsoft.com/office/officeart/2018/2/layout/IconVerticalSolidList"/>
    <dgm:cxn modelId="{ACA49B8C-246B-4430-B39C-CE096F2A4939}" srcId="{2A47D1AF-E2EE-4BE2-B551-A94BACDE4EED}" destId="{B604672B-9D39-4331-85D5-FF10F15F2D28}" srcOrd="3" destOrd="0" parTransId="{74A06E34-928D-46C2-A2FF-D859198A3E76}" sibTransId="{F8289388-FB16-48EC-85F8-41EF622CBC55}"/>
    <dgm:cxn modelId="{69AF049B-ACB0-4082-B8D2-F06AECC8EE3F}" type="presOf" srcId="{9903314D-E5B2-4F38-9F64-3D8975EB6CB1}" destId="{B48A68A0-5A19-4E36-B15B-29FEE607BA86}" srcOrd="0" destOrd="0" presId="urn:microsoft.com/office/officeart/2018/2/layout/IconVerticalSolidList"/>
    <dgm:cxn modelId="{3D4CB5B0-21A2-4CA4-AA15-2BC61419BDDA}" srcId="{2A47D1AF-E2EE-4BE2-B551-A94BACDE4EED}" destId="{2E74F4D5-2E60-423C-9075-357AF4E369B4}" srcOrd="1" destOrd="0" parTransId="{2A236D40-903D-43B0-BA14-2DFFC68E9E38}" sibTransId="{4E4974D9-9E38-4B4C-B0E9-263CE1447584}"/>
    <dgm:cxn modelId="{D3D2A1D0-1B1D-48A7-B368-3BA6BA823F53}" type="presOf" srcId="{C4BBE3CF-4511-4E97-BAFF-D072D892F851}" destId="{2DD7DE0E-42D7-4F67-8676-52E5DAF43DCE}" srcOrd="0" destOrd="0" presId="urn:microsoft.com/office/officeart/2018/2/layout/IconVerticalSolidList"/>
    <dgm:cxn modelId="{13663CD8-0E72-4626-A321-2E00C91B6419}" type="presOf" srcId="{2A47D1AF-E2EE-4BE2-B551-A94BACDE4EED}" destId="{52FA0A48-D2EB-4CC7-BC05-89ABE083BFAB}" srcOrd="0" destOrd="0" presId="urn:microsoft.com/office/officeart/2018/2/layout/IconVerticalSolidList"/>
    <dgm:cxn modelId="{162CC17B-78A4-445E-B3D3-F1886B54D6E2}" type="presParOf" srcId="{52FA0A48-D2EB-4CC7-BC05-89ABE083BFAB}" destId="{0BB48592-082F-4576-9460-D3FECEEB632F}" srcOrd="0" destOrd="0" presId="urn:microsoft.com/office/officeart/2018/2/layout/IconVerticalSolidList"/>
    <dgm:cxn modelId="{A9E7C6B2-1CCA-4C21-A3C6-9CC49CEA8CF9}" type="presParOf" srcId="{0BB48592-082F-4576-9460-D3FECEEB632F}" destId="{B93077F1-A76C-42F5-8679-F9824AB689BA}" srcOrd="0" destOrd="0" presId="urn:microsoft.com/office/officeart/2018/2/layout/IconVerticalSolidList"/>
    <dgm:cxn modelId="{3E50B87C-A01A-480D-BB5A-753E2570CED9}" type="presParOf" srcId="{0BB48592-082F-4576-9460-D3FECEEB632F}" destId="{85783BC5-C68C-40EB-A9A3-D6CDE08601FF}" srcOrd="1" destOrd="0" presId="urn:microsoft.com/office/officeart/2018/2/layout/IconVerticalSolidList"/>
    <dgm:cxn modelId="{8AAB8DDE-83C9-4A28-9CE3-40028F79FBB3}" type="presParOf" srcId="{0BB48592-082F-4576-9460-D3FECEEB632F}" destId="{47667FB0-3676-45D6-87D8-D6100068B527}" srcOrd="2" destOrd="0" presId="urn:microsoft.com/office/officeart/2018/2/layout/IconVerticalSolidList"/>
    <dgm:cxn modelId="{0FBCA7F3-0E96-4886-8632-229296565B7B}" type="presParOf" srcId="{0BB48592-082F-4576-9460-D3FECEEB632F}" destId="{B48A68A0-5A19-4E36-B15B-29FEE607BA86}" srcOrd="3" destOrd="0" presId="urn:microsoft.com/office/officeart/2018/2/layout/IconVerticalSolidList"/>
    <dgm:cxn modelId="{C23EE134-4DAA-425A-83E9-EE7A6FE6AAF1}" type="presParOf" srcId="{52FA0A48-D2EB-4CC7-BC05-89ABE083BFAB}" destId="{141C80D0-0444-466D-9B24-BA530C655A2A}" srcOrd="1" destOrd="0" presId="urn:microsoft.com/office/officeart/2018/2/layout/IconVerticalSolidList"/>
    <dgm:cxn modelId="{EF577E4A-46DD-4383-8DCC-F482A75CB8E8}" type="presParOf" srcId="{52FA0A48-D2EB-4CC7-BC05-89ABE083BFAB}" destId="{CD2381C0-4B93-4DDC-AB2C-A4E32509FBFE}" srcOrd="2" destOrd="0" presId="urn:microsoft.com/office/officeart/2018/2/layout/IconVerticalSolidList"/>
    <dgm:cxn modelId="{0EB82865-7396-4259-AC8E-AB67555BC10D}" type="presParOf" srcId="{CD2381C0-4B93-4DDC-AB2C-A4E32509FBFE}" destId="{148FADDE-CF67-4500-BC8F-6D741DBF3879}" srcOrd="0" destOrd="0" presId="urn:microsoft.com/office/officeart/2018/2/layout/IconVerticalSolidList"/>
    <dgm:cxn modelId="{F5F4951B-751D-461A-983A-97DBA285F437}" type="presParOf" srcId="{CD2381C0-4B93-4DDC-AB2C-A4E32509FBFE}" destId="{058DCE01-0AFE-4864-9DC8-43E4BB0A9BE7}" srcOrd="1" destOrd="0" presId="urn:microsoft.com/office/officeart/2018/2/layout/IconVerticalSolidList"/>
    <dgm:cxn modelId="{98D420DE-6EFC-4858-80B7-ADF3CE53F88B}" type="presParOf" srcId="{CD2381C0-4B93-4DDC-AB2C-A4E32509FBFE}" destId="{5547F495-916F-454C-9B94-EF98F99D2948}" srcOrd="2" destOrd="0" presId="urn:microsoft.com/office/officeart/2018/2/layout/IconVerticalSolidList"/>
    <dgm:cxn modelId="{362E84EC-89E3-4370-A596-FF004128C8AE}" type="presParOf" srcId="{CD2381C0-4B93-4DDC-AB2C-A4E32509FBFE}" destId="{448F5CC0-3A5A-4CDC-9A9A-FA795A0DA21A}" srcOrd="3" destOrd="0" presId="urn:microsoft.com/office/officeart/2018/2/layout/IconVerticalSolidList"/>
    <dgm:cxn modelId="{0DD5B103-2DA2-4B82-9441-0F557CA318D4}" type="presParOf" srcId="{52FA0A48-D2EB-4CC7-BC05-89ABE083BFAB}" destId="{7D8AC1A1-538C-4CE0-A112-CDEA6931F77E}" srcOrd="3" destOrd="0" presId="urn:microsoft.com/office/officeart/2018/2/layout/IconVerticalSolidList"/>
    <dgm:cxn modelId="{DC6CAEBD-9BD9-476D-8685-F64A7FC6BD81}" type="presParOf" srcId="{52FA0A48-D2EB-4CC7-BC05-89ABE083BFAB}" destId="{40EECD6B-EC61-41F5-B754-A088A958E34D}" srcOrd="4" destOrd="0" presId="urn:microsoft.com/office/officeart/2018/2/layout/IconVerticalSolidList"/>
    <dgm:cxn modelId="{2DA9D4B4-834E-4D17-83E4-3139BA9D5771}" type="presParOf" srcId="{40EECD6B-EC61-41F5-B754-A088A958E34D}" destId="{25C2FF37-CD60-4350-9D29-6BACF889DCBF}" srcOrd="0" destOrd="0" presId="urn:microsoft.com/office/officeart/2018/2/layout/IconVerticalSolidList"/>
    <dgm:cxn modelId="{5E9439F4-B7C2-4273-BF23-520162CF2DEA}" type="presParOf" srcId="{40EECD6B-EC61-41F5-B754-A088A958E34D}" destId="{947A4955-DC78-4FB8-A6FC-FE1A51A7FB56}" srcOrd="1" destOrd="0" presId="urn:microsoft.com/office/officeart/2018/2/layout/IconVerticalSolidList"/>
    <dgm:cxn modelId="{0CDEB58F-7BAC-4257-A897-D0A9BD70A5EE}" type="presParOf" srcId="{40EECD6B-EC61-41F5-B754-A088A958E34D}" destId="{F5EC0C29-09E2-44FD-A567-C1A00DB09F8D}" srcOrd="2" destOrd="0" presId="urn:microsoft.com/office/officeart/2018/2/layout/IconVerticalSolidList"/>
    <dgm:cxn modelId="{32339923-B6EE-4842-BBDD-20DED1065B5B}" type="presParOf" srcId="{40EECD6B-EC61-41F5-B754-A088A958E34D}" destId="{2DD7DE0E-42D7-4F67-8676-52E5DAF43DCE}" srcOrd="3" destOrd="0" presId="urn:microsoft.com/office/officeart/2018/2/layout/IconVerticalSolidList"/>
    <dgm:cxn modelId="{15F7D5CA-634B-4790-A01C-063C871704E3}" type="presParOf" srcId="{52FA0A48-D2EB-4CC7-BC05-89ABE083BFAB}" destId="{535A5364-3D0F-4BA8-B257-EEFBFBA156E0}" srcOrd="5" destOrd="0" presId="urn:microsoft.com/office/officeart/2018/2/layout/IconVerticalSolidList"/>
    <dgm:cxn modelId="{AEBB16DA-0049-40FC-89E0-30C9F6778E98}" type="presParOf" srcId="{52FA0A48-D2EB-4CC7-BC05-89ABE083BFAB}" destId="{4CD527DC-765D-46F7-BB84-DD64860AEA23}" srcOrd="6" destOrd="0" presId="urn:microsoft.com/office/officeart/2018/2/layout/IconVerticalSolidList"/>
    <dgm:cxn modelId="{E98AF003-A493-4A97-ADBF-9A5DEF81E81E}" type="presParOf" srcId="{4CD527DC-765D-46F7-BB84-DD64860AEA23}" destId="{4083C981-F274-47B3-9CB3-14752F388E86}" srcOrd="0" destOrd="0" presId="urn:microsoft.com/office/officeart/2018/2/layout/IconVerticalSolidList"/>
    <dgm:cxn modelId="{7F006F58-E403-43D2-964B-0455541B11DB}" type="presParOf" srcId="{4CD527DC-765D-46F7-BB84-DD64860AEA23}" destId="{A25444E0-F3FD-4387-B5FE-A301F22AA11E}" srcOrd="1" destOrd="0" presId="urn:microsoft.com/office/officeart/2018/2/layout/IconVerticalSolidList"/>
    <dgm:cxn modelId="{98D9223D-41B3-46B2-BB39-C448B2E82C92}" type="presParOf" srcId="{4CD527DC-765D-46F7-BB84-DD64860AEA23}" destId="{3ADD1F60-3F4B-408F-B2AB-3FF65778A60B}" srcOrd="2" destOrd="0" presId="urn:microsoft.com/office/officeart/2018/2/layout/IconVerticalSolidList"/>
    <dgm:cxn modelId="{88CD7756-1D84-46FD-9406-ED8E36E5D351}" type="presParOf" srcId="{4CD527DC-765D-46F7-BB84-DD64860AEA23}" destId="{1E007E83-B404-42BE-A5EC-2D81E83ED2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D442353-F5CD-4700-920F-96BFB7CC7823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9830183-21E4-4198-8EF5-610B43109478}">
      <dgm:prSet/>
      <dgm:spPr/>
      <dgm:t>
        <a:bodyPr/>
        <a:lstStyle/>
        <a:p>
          <a:r>
            <a:rPr lang="en-US"/>
            <a:t>Dataset: CIC-DDoS-2019, 28 selected features.</a:t>
          </a:r>
        </a:p>
      </dgm:t>
    </dgm:pt>
    <dgm:pt modelId="{CD79AED6-E0D4-4141-8B95-12FBD450E773}" type="parTrans" cxnId="{B0AEB736-D226-4CC0-83B0-7E03E11CED83}">
      <dgm:prSet/>
      <dgm:spPr/>
      <dgm:t>
        <a:bodyPr/>
        <a:lstStyle/>
        <a:p>
          <a:endParaRPr lang="en-US"/>
        </a:p>
      </dgm:t>
    </dgm:pt>
    <dgm:pt modelId="{B4E6DB7B-3B0C-4CDA-84BB-B343011A3D9E}" type="sibTrans" cxnId="{B0AEB736-D226-4CC0-83B0-7E03E11CED83}">
      <dgm:prSet/>
      <dgm:spPr/>
      <dgm:t>
        <a:bodyPr/>
        <a:lstStyle/>
        <a:p>
          <a:endParaRPr lang="en-US"/>
        </a:p>
      </dgm:t>
    </dgm:pt>
    <dgm:pt modelId="{C9285719-7DCE-4F32-AC95-AC3E3BA43DCD}">
      <dgm:prSet/>
      <dgm:spPr/>
      <dgm:t>
        <a:bodyPr/>
        <a:lstStyle/>
        <a:p>
          <a:r>
            <a:rPr lang="en-US"/>
            <a:t>Random under-sampling to balance classes (100 k each).</a:t>
          </a:r>
        </a:p>
      </dgm:t>
    </dgm:pt>
    <dgm:pt modelId="{F5BFB521-BA92-43FC-928B-913B75679C36}" type="parTrans" cxnId="{804A74EC-E187-4C0F-AFDC-77479AA1DBAE}">
      <dgm:prSet/>
      <dgm:spPr/>
      <dgm:t>
        <a:bodyPr/>
        <a:lstStyle/>
        <a:p>
          <a:endParaRPr lang="en-US"/>
        </a:p>
      </dgm:t>
    </dgm:pt>
    <dgm:pt modelId="{C7B91D6B-6A9F-4D0F-A6CE-D9819B1E8B19}" type="sibTrans" cxnId="{804A74EC-E187-4C0F-AFDC-77479AA1DBAE}">
      <dgm:prSet/>
      <dgm:spPr/>
      <dgm:t>
        <a:bodyPr/>
        <a:lstStyle/>
        <a:p>
          <a:endParaRPr lang="en-US"/>
        </a:p>
      </dgm:t>
    </dgm:pt>
    <dgm:pt modelId="{99FE0BE7-C02F-4D1D-9E99-37AD6775BEF3}">
      <dgm:prSet/>
      <dgm:spPr/>
      <dgm:t>
        <a:bodyPr/>
        <a:lstStyle/>
        <a:p>
          <a:r>
            <a:rPr lang="en-US"/>
            <a:t>StandardScaler feature normalisation.</a:t>
          </a:r>
        </a:p>
      </dgm:t>
    </dgm:pt>
    <dgm:pt modelId="{84CEA6AC-5158-4597-A8EF-8C22868473A3}" type="parTrans" cxnId="{39188DC4-B6AD-4FCC-9EB3-611372B29BBE}">
      <dgm:prSet/>
      <dgm:spPr/>
      <dgm:t>
        <a:bodyPr/>
        <a:lstStyle/>
        <a:p>
          <a:endParaRPr lang="en-US"/>
        </a:p>
      </dgm:t>
    </dgm:pt>
    <dgm:pt modelId="{E4999428-E74D-4495-8CA6-10E7E78863DD}" type="sibTrans" cxnId="{39188DC4-B6AD-4FCC-9EB3-611372B29BBE}">
      <dgm:prSet/>
      <dgm:spPr/>
      <dgm:t>
        <a:bodyPr/>
        <a:lstStyle/>
        <a:p>
          <a:endParaRPr lang="en-US"/>
        </a:p>
      </dgm:t>
    </dgm:pt>
    <dgm:pt modelId="{6C73758A-06EB-4ADA-A6DF-8930CA0EFFFA}">
      <dgm:prSet/>
      <dgm:spPr/>
      <dgm:t>
        <a:bodyPr/>
        <a:lstStyle/>
        <a:p>
          <a:r>
            <a:rPr lang="en-US"/>
            <a:t>Soft-voting ensemble: RF, XGBoost, LightGBM → 99.2% accuracy.</a:t>
          </a:r>
        </a:p>
      </dgm:t>
    </dgm:pt>
    <dgm:pt modelId="{334F21F6-916A-4559-AF23-9041F6FDF160}" type="parTrans" cxnId="{A54D2175-0426-4DED-AF5F-4A1DE1FC51F4}">
      <dgm:prSet/>
      <dgm:spPr/>
      <dgm:t>
        <a:bodyPr/>
        <a:lstStyle/>
        <a:p>
          <a:endParaRPr lang="en-US"/>
        </a:p>
      </dgm:t>
    </dgm:pt>
    <dgm:pt modelId="{F09E6684-1956-405A-8FD4-77B6BF72C078}" type="sibTrans" cxnId="{A54D2175-0426-4DED-AF5F-4A1DE1FC51F4}">
      <dgm:prSet/>
      <dgm:spPr/>
      <dgm:t>
        <a:bodyPr/>
        <a:lstStyle/>
        <a:p>
          <a:endParaRPr lang="en-US"/>
        </a:p>
      </dgm:t>
    </dgm:pt>
    <dgm:pt modelId="{CBA0B93B-0A34-4883-AAEB-5C599AA48D8F}">
      <dgm:prSet/>
      <dgm:spPr/>
      <dgm:t>
        <a:bodyPr/>
        <a:lstStyle/>
        <a:p>
          <a:r>
            <a:rPr lang="en-US" dirty="0"/>
            <a:t>&gt;90% attack probability threshold reduces false positives.</a:t>
          </a:r>
        </a:p>
      </dgm:t>
    </dgm:pt>
    <dgm:pt modelId="{D8E579CB-1C70-4D61-B576-30BD2F0A48D3}" type="parTrans" cxnId="{8C8E35DE-959E-4162-9C79-0BC18CBB0133}">
      <dgm:prSet/>
      <dgm:spPr/>
      <dgm:t>
        <a:bodyPr/>
        <a:lstStyle/>
        <a:p>
          <a:endParaRPr lang="en-US"/>
        </a:p>
      </dgm:t>
    </dgm:pt>
    <dgm:pt modelId="{7C8889B1-1800-4B17-AC55-FB05958C2FFE}" type="sibTrans" cxnId="{8C8E35DE-959E-4162-9C79-0BC18CBB0133}">
      <dgm:prSet/>
      <dgm:spPr/>
      <dgm:t>
        <a:bodyPr/>
        <a:lstStyle/>
        <a:p>
          <a:endParaRPr lang="en-US"/>
        </a:p>
      </dgm:t>
    </dgm:pt>
    <dgm:pt modelId="{F4C0D0C2-9040-254B-AE1E-E010FB8AE303}" type="pres">
      <dgm:prSet presAssocID="{ED442353-F5CD-4700-920F-96BFB7CC7823}" presName="vert0" presStyleCnt="0">
        <dgm:presLayoutVars>
          <dgm:dir/>
          <dgm:animOne val="branch"/>
          <dgm:animLvl val="lvl"/>
        </dgm:presLayoutVars>
      </dgm:prSet>
      <dgm:spPr/>
    </dgm:pt>
    <dgm:pt modelId="{F27E6782-39F8-8E48-BBB8-241C4F2D0588}" type="pres">
      <dgm:prSet presAssocID="{39830183-21E4-4198-8EF5-610B43109478}" presName="thickLine" presStyleLbl="alignNode1" presStyleIdx="0" presStyleCnt="5"/>
      <dgm:spPr/>
    </dgm:pt>
    <dgm:pt modelId="{D816706D-5720-B44B-A560-343A386BF053}" type="pres">
      <dgm:prSet presAssocID="{39830183-21E4-4198-8EF5-610B43109478}" presName="horz1" presStyleCnt="0"/>
      <dgm:spPr/>
    </dgm:pt>
    <dgm:pt modelId="{9DDAE1AA-D507-684A-B979-8386E2B2F5B2}" type="pres">
      <dgm:prSet presAssocID="{39830183-21E4-4198-8EF5-610B43109478}" presName="tx1" presStyleLbl="revTx" presStyleIdx="0" presStyleCnt="5"/>
      <dgm:spPr/>
    </dgm:pt>
    <dgm:pt modelId="{30CB08A7-4197-B54E-A36A-58BDC357D565}" type="pres">
      <dgm:prSet presAssocID="{39830183-21E4-4198-8EF5-610B43109478}" presName="vert1" presStyleCnt="0"/>
      <dgm:spPr/>
    </dgm:pt>
    <dgm:pt modelId="{B413D1A0-7704-6344-98C8-1987A04E661B}" type="pres">
      <dgm:prSet presAssocID="{C9285719-7DCE-4F32-AC95-AC3E3BA43DCD}" presName="thickLine" presStyleLbl="alignNode1" presStyleIdx="1" presStyleCnt="5"/>
      <dgm:spPr/>
    </dgm:pt>
    <dgm:pt modelId="{15BB96B3-C9AD-F549-9B37-47B28ED44DFE}" type="pres">
      <dgm:prSet presAssocID="{C9285719-7DCE-4F32-AC95-AC3E3BA43DCD}" presName="horz1" presStyleCnt="0"/>
      <dgm:spPr/>
    </dgm:pt>
    <dgm:pt modelId="{EAC6782A-DB5B-7C48-A7DD-EA30CE79111C}" type="pres">
      <dgm:prSet presAssocID="{C9285719-7DCE-4F32-AC95-AC3E3BA43DCD}" presName="tx1" presStyleLbl="revTx" presStyleIdx="1" presStyleCnt="5"/>
      <dgm:spPr/>
    </dgm:pt>
    <dgm:pt modelId="{A1577CAA-726C-5543-8964-2FE2AA288521}" type="pres">
      <dgm:prSet presAssocID="{C9285719-7DCE-4F32-AC95-AC3E3BA43DCD}" presName="vert1" presStyleCnt="0"/>
      <dgm:spPr/>
    </dgm:pt>
    <dgm:pt modelId="{AEB851E8-C0E5-564E-A63B-3DE558EFE6F9}" type="pres">
      <dgm:prSet presAssocID="{99FE0BE7-C02F-4D1D-9E99-37AD6775BEF3}" presName="thickLine" presStyleLbl="alignNode1" presStyleIdx="2" presStyleCnt="5"/>
      <dgm:spPr/>
    </dgm:pt>
    <dgm:pt modelId="{ABEF4974-B19A-3F46-A443-858FF4767855}" type="pres">
      <dgm:prSet presAssocID="{99FE0BE7-C02F-4D1D-9E99-37AD6775BEF3}" presName="horz1" presStyleCnt="0"/>
      <dgm:spPr/>
    </dgm:pt>
    <dgm:pt modelId="{3DA25378-CCFD-9447-BD80-1C416D6CF722}" type="pres">
      <dgm:prSet presAssocID="{99FE0BE7-C02F-4D1D-9E99-37AD6775BEF3}" presName="tx1" presStyleLbl="revTx" presStyleIdx="2" presStyleCnt="5"/>
      <dgm:spPr/>
    </dgm:pt>
    <dgm:pt modelId="{909BDE46-DF04-B846-BCDA-1A1BF4C091D6}" type="pres">
      <dgm:prSet presAssocID="{99FE0BE7-C02F-4D1D-9E99-37AD6775BEF3}" presName="vert1" presStyleCnt="0"/>
      <dgm:spPr/>
    </dgm:pt>
    <dgm:pt modelId="{C1C8C8EB-A466-0340-9F35-D3539F624999}" type="pres">
      <dgm:prSet presAssocID="{6C73758A-06EB-4ADA-A6DF-8930CA0EFFFA}" presName="thickLine" presStyleLbl="alignNode1" presStyleIdx="3" presStyleCnt="5"/>
      <dgm:spPr/>
    </dgm:pt>
    <dgm:pt modelId="{2867388C-C6FC-2F4C-AEDC-2C17D6397181}" type="pres">
      <dgm:prSet presAssocID="{6C73758A-06EB-4ADA-A6DF-8930CA0EFFFA}" presName="horz1" presStyleCnt="0"/>
      <dgm:spPr/>
    </dgm:pt>
    <dgm:pt modelId="{9027C785-3E94-6346-AD47-9356BDCA50AF}" type="pres">
      <dgm:prSet presAssocID="{6C73758A-06EB-4ADA-A6DF-8930CA0EFFFA}" presName="tx1" presStyleLbl="revTx" presStyleIdx="3" presStyleCnt="5"/>
      <dgm:spPr/>
    </dgm:pt>
    <dgm:pt modelId="{EC0389E9-0F4C-3A42-AD47-EC5435AF79DD}" type="pres">
      <dgm:prSet presAssocID="{6C73758A-06EB-4ADA-A6DF-8930CA0EFFFA}" presName="vert1" presStyleCnt="0"/>
      <dgm:spPr/>
    </dgm:pt>
    <dgm:pt modelId="{4082F55E-E0A3-254A-81CE-E52E13F4AADD}" type="pres">
      <dgm:prSet presAssocID="{CBA0B93B-0A34-4883-AAEB-5C599AA48D8F}" presName="thickLine" presStyleLbl="alignNode1" presStyleIdx="4" presStyleCnt="5"/>
      <dgm:spPr/>
    </dgm:pt>
    <dgm:pt modelId="{07424DF9-1467-A746-BB83-4C00AF0DA7A3}" type="pres">
      <dgm:prSet presAssocID="{CBA0B93B-0A34-4883-AAEB-5C599AA48D8F}" presName="horz1" presStyleCnt="0"/>
      <dgm:spPr/>
    </dgm:pt>
    <dgm:pt modelId="{55F65956-BEC0-4146-ACEC-031FF3F773A4}" type="pres">
      <dgm:prSet presAssocID="{CBA0B93B-0A34-4883-AAEB-5C599AA48D8F}" presName="tx1" presStyleLbl="revTx" presStyleIdx="4" presStyleCnt="5"/>
      <dgm:spPr/>
    </dgm:pt>
    <dgm:pt modelId="{83235A99-4128-2744-B0F7-E84A396B432F}" type="pres">
      <dgm:prSet presAssocID="{CBA0B93B-0A34-4883-AAEB-5C599AA48D8F}" presName="vert1" presStyleCnt="0"/>
      <dgm:spPr/>
    </dgm:pt>
  </dgm:ptLst>
  <dgm:cxnLst>
    <dgm:cxn modelId="{CAD2CF24-2D0B-8E42-8767-B84E87F0C21A}" type="presOf" srcId="{39830183-21E4-4198-8EF5-610B43109478}" destId="{9DDAE1AA-D507-684A-B979-8386E2B2F5B2}" srcOrd="0" destOrd="0" presId="urn:microsoft.com/office/officeart/2008/layout/LinedList"/>
    <dgm:cxn modelId="{B0AEB736-D226-4CC0-83B0-7E03E11CED83}" srcId="{ED442353-F5CD-4700-920F-96BFB7CC7823}" destId="{39830183-21E4-4198-8EF5-610B43109478}" srcOrd="0" destOrd="0" parTransId="{CD79AED6-E0D4-4141-8B95-12FBD450E773}" sibTransId="{B4E6DB7B-3B0C-4CDA-84BB-B343011A3D9E}"/>
    <dgm:cxn modelId="{EA615F37-E7CB-5741-BA27-7F8A5A923AA9}" type="presOf" srcId="{C9285719-7DCE-4F32-AC95-AC3E3BA43DCD}" destId="{EAC6782A-DB5B-7C48-A7DD-EA30CE79111C}" srcOrd="0" destOrd="0" presId="urn:microsoft.com/office/officeart/2008/layout/LinedList"/>
    <dgm:cxn modelId="{C8B4D43F-6115-0640-96BA-F89E34D3C639}" type="presOf" srcId="{ED442353-F5CD-4700-920F-96BFB7CC7823}" destId="{F4C0D0C2-9040-254B-AE1E-E010FB8AE303}" srcOrd="0" destOrd="0" presId="urn:microsoft.com/office/officeart/2008/layout/LinedList"/>
    <dgm:cxn modelId="{A54D2175-0426-4DED-AF5F-4A1DE1FC51F4}" srcId="{ED442353-F5CD-4700-920F-96BFB7CC7823}" destId="{6C73758A-06EB-4ADA-A6DF-8930CA0EFFFA}" srcOrd="3" destOrd="0" parTransId="{334F21F6-916A-4559-AF23-9041F6FDF160}" sibTransId="{F09E6684-1956-405A-8FD4-77B6BF72C078}"/>
    <dgm:cxn modelId="{5B62A27B-11F1-2A44-87D5-37215107A4A5}" type="presOf" srcId="{99FE0BE7-C02F-4D1D-9E99-37AD6775BEF3}" destId="{3DA25378-CCFD-9447-BD80-1C416D6CF722}" srcOrd="0" destOrd="0" presId="urn:microsoft.com/office/officeart/2008/layout/LinedList"/>
    <dgm:cxn modelId="{58FA0889-1F42-374B-9B98-ED603F91F9E3}" type="presOf" srcId="{6C73758A-06EB-4ADA-A6DF-8930CA0EFFFA}" destId="{9027C785-3E94-6346-AD47-9356BDCA50AF}" srcOrd="0" destOrd="0" presId="urn:microsoft.com/office/officeart/2008/layout/LinedList"/>
    <dgm:cxn modelId="{D52A23B0-2272-5B4F-AA8C-73A2D2D77629}" type="presOf" srcId="{CBA0B93B-0A34-4883-AAEB-5C599AA48D8F}" destId="{55F65956-BEC0-4146-ACEC-031FF3F773A4}" srcOrd="0" destOrd="0" presId="urn:microsoft.com/office/officeart/2008/layout/LinedList"/>
    <dgm:cxn modelId="{39188DC4-B6AD-4FCC-9EB3-611372B29BBE}" srcId="{ED442353-F5CD-4700-920F-96BFB7CC7823}" destId="{99FE0BE7-C02F-4D1D-9E99-37AD6775BEF3}" srcOrd="2" destOrd="0" parTransId="{84CEA6AC-5158-4597-A8EF-8C22868473A3}" sibTransId="{E4999428-E74D-4495-8CA6-10E7E78863DD}"/>
    <dgm:cxn modelId="{8C8E35DE-959E-4162-9C79-0BC18CBB0133}" srcId="{ED442353-F5CD-4700-920F-96BFB7CC7823}" destId="{CBA0B93B-0A34-4883-AAEB-5C599AA48D8F}" srcOrd="4" destOrd="0" parTransId="{D8E579CB-1C70-4D61-B576-30BD2F0A48D3}" sibTransId="{7C8889B1-1800-4B17-AC55-FB05958C2FFE}"/>
    <dgm:cxn modelId="{804A74EC-E187-4C0F-AFDC-77479AA1DBAE}" srcId="{ED442353-F5CD-4700-920F-96BFB7CC7823}" destId="{C9285719-7DCE-4F32-AC95-AC3E3BA43DCD}" srcOrd="1" destOrd="0" parTransId="{F5BFB521-BA92-43FC-928B-913B75679C36}" sibTransId="{C7B91D6B-6A9F-4D0F-A6CE-D9819B1E8B19}"/>
    <dgm:cxn modelId="{AA2B18BD-70E4-C54C-8BEF-2C3EF0C86AA8}" type="presParOf" srcId="{F4C0D0C2-9040-254B-AE1E-E010FB8AE303}" destId="{F27E6782-39F8-8E48-BBB8-241C4F2D0588}" srcOrd="0" destOrd="0" presId="urn:microsoft.com/office/officeart/2008/layout/LinedList"/>
    <dgm:cxn modelId="{D17308CC-A1F8-7C43-8F77-A757468A55D3}" type="presParOf" srcId="{F4C0D0C2-9040-254B-AE1E-E010FB8AE303}" destId="{D816706D-5720-B44B-A560-343A386BF053}" srcOrd="1" destOrd="0" presId="urn:microsoft.com/office/officeart/2008/layout/LinedList"/>
    <dgm:cxn modelId="{EF580991-36FC-7C47-ADA9-3A836B6BC1AD}" type="presParOf" srcId="{D816706D-5720-B44B-A560-343A386BF053}" destId="{9DDAE1AA-D507-684A-B979-8386E2B2F5B2}" srcOrd="0" destOrd="0" presId="urn:microsoft.com/office/officeart/2008/layout/LinedList"/>
    <dgm:cxn modelId="{FA5EA949-73E7-4144-95D6-BE63BDADC6FA}" type="presParOf" srcId="{D816706D-5720-B44B-A560-343A386BF053}" destId="{30CB08A7-4197-B54E-A36A-58BDC357D565}" srcOrd="1" destOrd="0" presId="urn:microsoft.com/office/officeart/2008/layout/LinedList"/>
    <dgm:cxn modelId="{675DD694-9E16-AD44-9F15-983A6EBAAAB6}" type="presParOf" srcId="{F4C0D0C2-9040-254B-AE1E-E010FB8AE303}" destId="{B413D1A0-7704-6344-98C8-1987A04E661B}" srcOrd="2" destOrd="0" presId="urn:microsoft.com/office/officeart/2008/layout/LinedList"/>
    <dgm:cxn modelId="{EBBEA41E-01AC-2A4A-B1D2-AA56DFECFB3C}" type="presParOf" srcId="{F4C0D0C2-9040-254B-AE1E-E010FB8AE303}" destId="{15BB96B3-C9AD-F549-9B37-47B28ED44DFE}" srcOrd="3" destOrd="0" presId="urn:microsoft.com/office/officeart/2008/layout/LinedList"/>
    <dgm:cxn modelId="{4D1D3CE7-8548-644F-A313-69FADB953B9B}" type="presParOf" srcId="{15BB96B3-C9AD-F549-9B37-47B28ED44DFE}" destId="{EAC6782A-DB5B-7C48-A7DD-EA30CE79111C}" srcOrd="0" destOrd="0" presId="urn:microsoft.com/office/officeart/2008/layout/LinedList"/>
    <dgm:cxn modelId="{77A82E3A-8214-484A-8DC5-C2F9B25D8C07}" type="presParOf" srcId="{15BB96B3-C9AD-F549-9B37-47B28ED44DFE}" destId="{A1577CAA-726C-5543-8964-2FE2AA288521}" srcOrd="1" destOrd="0" presId="urn:microsoft.com/office/officeart/2008/layout/LinedList"/>
    <dgm:cxn modelId="{E305D6A2-0B0F-7D4A-BC48-DEE39319D665}" type="presParOf" srcId="{F4C0D0C2-9040-254B-AE1E-E010FB8AE303}" destId="{AEB851E8-C0E5-564E-A63B-3DE558EFE6F9}" srcOrd="4" destOrd="0" presId="urn:microsoft.com/office/officeart/2008/layout/LinedList"/>
    <dgm:cxn modelId="{EE14A08A-07C9-FB4D-89CD-0014DE1AFC90}" type="presParOf" srcId="{F4C0D0C2-9040-254B-AE1E-E010FB8AE303}" destId="{ABEF4974-B19A-3F46-A443-858FF4767855}" srcOrd="5" destOrd="0" presId="urn:microsoft.com/office/officeart/2008/layout/LinedList"/>
    <dgm:cxn modelId="{8E6BCF16-E724-7C4F-9A10-CC9BC93817F4}" type="presParOf" srcId="{ABEF4974-B19A-3F46-A443-858FF4767855}" destId="{3DA25378-CCFD-9447-BD80-1C416D6CF722}" srcOrd="0" destOrd="0" presId="urn:microsoft.com/office/officeart/2008/layout/LinedList"/>
    <dgm:cxn modelId="{F825DB76-CA5B-EF4A-8996-E6C1F3F0FD10}" type="presParOf" srcId="{ABEF4974-B19A-3F46-A443-858FF4767855}" destId="{909BDE46-DF04-B846-BCDA-1A1BF4C091D6}" srcOrd="1" destOrd="0" presId="urn:microsoft.com/office/officeart/2008/layout/LinedList"/>
    <dgm:cxn modelId="{8B617008-271C-C94F-A585-27995AF772DC}" type="presParOf" srcId="{F4C0D0C2-9040-254B-AE1E-E010FB8AE303}" destId="{C1C8C8EB-A466-0340-9F35-D3539F624999}" srcOrd="6" destOrd="0" presId="urn:microsoft.com/office/officeart/2008/layout/LinedList"/>
    <dgm:cxn modelId="{854FD972-9601-8E49-849F-737C113C8FB1}" type="presParOf" srcId="{F4C0D0C2-9040-254B-AE1E-E010FB8AE303}" destId="{2867388C-C6FC-2F4C-AEDC-2C17D6397181}" srcOrd="7" destOrd="0" presId="urn:microsoft.com/office/officeart/2008/layout/LinedList"/>
    <dgm:cxn modelId="{B365D08F-40DA-7F4E-ABE8-AFF71011364E}" type="presParOf" srcId="{2867388C-C6FC-2F4C-AEDC-2C17D6397181}" destId="{9027C785-3E94-6346-AD47-9356BDCA50AF}" srcOrd="0" destOrd="0" presId="urn:microsoft.com/office/officeart/2008/layout/LinedList"/>
    <dgm:cxn modelId="{1883BCE4-5DCA-EC4B-8B4D-45725481DAB5}" type="presParOf" srcId="{2867388C-C6FC-2F4C-AEDC-2C17D6397181}" destId="{EC0389E9-0F4C-3A42-AD47-EC5435AF79DD}" srcOrd="1" destOrd="0" presId="urn:microsoft.com/office/officeart/2008/layout/LinedList"/>
    <dgm:cxn modelId="{5EFE98D2-9B86-6041-8F58-9AA3EDE411A5}" type="presParOf" srcId="{F4C0D0C2-9040-254B-AE1E-E010FB8AE303}" destId="{4082F55E-E0A3-254A-81CE-E52E13F4AADD}" srcOrd="8" destOrd="0" presId="urn:microsoft.com/office/officeart/2008/layout/LinedList"/>
    <dgm:cxn modelId="{30E15A9F-3C8C-2A42-90DF-CBE874574F96}" type="presParOf" srcId="{F4C0D0C2-9040-254B-AE1E-E010FB8AE303}" destId="{07424DF9-1467-A746-BB83-4C00AF0DA7A3}" srcOrd="9" destOrd="0" presId="urn:microsoft.com/office/officeart/2008/layout/LinedList"/>
    <dgm:cxn modelId="{98347385-6ECF-744C-B9AD-512F3E33D613}" type="presParOf" srcId="{07424DF9-1467-A746-BB83-4C00AF0DA7A3}" destId="{55F65956-BEC0-4146-ACEC-031FF3F773A4}" srcOrd="0" destOrd="0" presId="urn:microsoft.com/office/officeart/2008/layout/LinedList"/>
    <dgm:cxn modelId="{2CEADEFB-A2E8-D040-AA9F-5052AC4BE48D}" type="presParOf" srcId="{07424DF9-1467-A746-BB83-4C00AF0DA7A3}" destId="{83235A99-4128-2744-B0F7-E84A396B432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FFDBCFD-8F8D-4F1D-98DE-7540DA86A5A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8AE38C-75BF-4A9C-8EB4-D9A2BD1EFD5E}">
      <dgm:prSet/>
      <dgm:spPr/>
      <dgm:t>
        <a:bodyPr/>
        <a:lstStyle/>
        <a:p>
          <a:r>
            <a:rPr lang="en-US"/>
            <a:t>Unified FastAPI (REST) + gRPC server.</a:t>
          </a:r>
        </a:p>
      </dgm:t>
    </dgm:pt>
    <dgm:pt modelId="{1074B80C-0F22-411D-9A0A-BC4DC6E313B4}" type="parTrans" cxnId="{9FF77E9F-0BC6-4918-86BD-F3F86CE5017B}">
      <dgm:prSet/>
      <dgm:spPr/>
      <dgm:t>
        <a:bodyPr/>
        <a:lstStyle/>
        <a:p>
          <a:endParaRPr lang="en-US"/>
        </a:p>
      </dgm:t>
    </dgm:pt>
    <dgm:pt modelId="{055331F4-2821-451A-8446-E3B8CBC13BAE}" type="sibTrans" cxnId="{9FF77E9F-0BC6-4918-86BD-F3F86CE5017B}">
      <dgm:prSet/>
      <dgm:spPr/>
      <dgm:t>
        <a:bodyPr/>
        <a:lstStyle/>
        <a:p>
          <a:endParaRPr lang="en-US"/>
        </a:p>
      </dgm:t>
    </dgm:pt>
    <dgm:pt modelId="{66B7DAED-4FDB-4732-9A70-2B179125D6B0}">
      <dgm:prSet/>
      <dgm:spPr/>
      <dgm:t>
        <a:bodyPr/>
        <a:lstStyle/>
        <a:p>
          <a:r>
            <a:rPr lang="en-US"/>
            <a:t>Endpoints: /predict, /predict/batch, /health.</a:t>
          </a:r>
        </a:p>
      </dgm:t>
    </dgm:pt>
    <dgm:pt modelId="{C2CE7822-8D4C-4DF5-9C56-73D38C32236D}" type="parTrans" cxnId="{C4E15BFA-D418-4C22-BE2A-D3EEA3B22E03}">
      <dgm:prSet/>
      <dgm:spPr/>
      <dgm:t>
        <a:bodyPr/>
        <a:lstStyle/>
        <a:p>
          <a:endParaRPr lang="en-US"/>
        </a:p>
      </dgm:t>
    </dgm:pt>
    <dgm:pt modelId="{7CEC08BF-5E77-4B3E-9422-29C440552E14}" type="sibTrans" cxnId="{C4E15BFA-D418-4C22-BE2A-D3EEA3B22E03}">
      <dgm:prSet/>
      <dgm:spPr/>
      <dgm:t>
        <a:bodyPr/>
        <a:lstStyle/>
        <a:p>
          <a:endParaRPr lang="en-US"/>
        </a:p>
      </dgm:t>
    </dgm:pt>
    <dgm:pt modelId="{E8C16170-F0FD-4471-BC6C-E470C488B607}">
      <dgm:prSet/>
      <dgm:spPr/>
      <dgm:t>
        <a:bodyPr/>
        <a:lstStyle/>
        <a:p>
          <a:r>
            <a:rPr lang="en-US" dirty="0"/>
            <a:t>Planned Docker containers for Linux &amp; macOS targets.</a:t>
          </a:r>
        </a:p>
      </dgm:t>
    </dgm:pt>
    <dgm:pt modelId="{3F040963-8073-4D1A-9A48-42ECCCF50004}" type="parTrans" cxnId="{567B4C19-B44E-4390-9452-68B09DBB0FDE}">
      <dgm:prSet/>
      <dgm:spPr/>
      <dgm:t>
        <a:bodyPr/>
        <a:lstStyle/>
        <a:p>
          <a:endParaRPr lang="en-US"/>
        </a:p>
      </dgm:t>
    </dgm:pt>
    <dgm:pt modelId="{FF7316E6-7352-46D6-AD32-37EFF9A2ADC2}" type="sibTrans" cxnId="{567B4C19-B44E-4390-9452-68B09DBB0FDE}">
      <dgm:prSet/>
      <dgm:spPr/>
      <dgm:t>
        <a:bodyPr/>
        <a:lstStyle/>
        <a:p>
          <a:endParaRPr lang="en-US"/>
        </a:p>
      </dgm:t>
    </dgm:pt>
    <dgm:pt modelId="{96A7BDD6-6000-48B4-92CF-3341D414B1EA}">
      <dgm:prSet/>
      <dgm:spPr/>
      <dgm:t>
        <a:bodyPr/>
        <a:lstStyle/>
        <a:p>
          <a:r>
            <a:rPr lang="en-US"/>
            <a:t>Structured JSON logs with request-ID tracing.</a:t>
          </a:r>
        </a:p>
      </dgm:t>
    </dgm:pt>
    <dgm:pt modelId="{74F00C16-E327-4690-BB6E-5E7F9A6B7D76}" type="parTrans" cxnId="{500C28AC-A820-4EC8-8FEE-6FFCE694AC31}">
      <dgm:prSet/>
      <dgm:spPr/>
      <dgm:t>
        <a:bodyPr/>
        <a:lstStyle/>
        <a:p>
          <a:endParaRPr lang="en-US"/>
        </a:p>
      </dgm:t>
    </dgm:pt>
    <dgm:pt modelId="{72D11254-1EAD-40E5-A821-5A6B539CB624}" type="sibTrans" cxnId="{500C28AC-A820-4EC8-8FEE-6FFCE694AC31}">
      <dgm:prSet/>
      <dgm:spPr/>
      <dgm:t>
        <a:bodyPr/>
        <a:lstStyle/>
        <a:p>
          <a:endParaRPr lang="en-US"/>
        </a:p>
      </dgm:t>
    </dgm:pt>
    <dgm:pt modelId="{DE6EC0BB-CB24-44E4-BDBD-CB5232F6D738}" type="pres">
      <dgm:prSet presAssocID="{5FFDBCFD-8F8D-4F1D-98DE-7540DA86A5A5}" presName="root" presStyleCnt="0">
        <dgm:presLayoutVars>
          <dgm:dir/>
          <dgm:resizeHandles val="exact"/>
        </dgm:presLayoutVars>
      </dgm:prSet>
      <dgm:spPr/>
    </dgm:pt>
    <dgm:pt modelId="{2B003CD1-A82F-41D2-87CE-0B20E941F601}" type="pres">
      <dgm:prSet presAssocID="{D58AE38C-75BF-4A9C-8EB4-D9A2BD1EFD5E}" presName="compNode" presStyleCnt="0"/>
      <dgm:spPr/>
    </dgm:pt>
    <dgm:pt modelId="{DDEA6C00-643F-4984-8AC9-6907483F56ED}" type="pres">
      <dgm:prSet presAssocID="{D58AE38C-75BF-4A9C-8EB4-D9A2BD1EFD5E}" presName="bgRect" presStyleLbl="bgShp" presStyleIdx="0" presStyleCnt="4"/>
      <dgm:spPr/>
    </dgm:pt>
    <dgm:pt modelId="{FF034072-4444-4938-8AE2-AAF025A57C6A}" type="pres">
      <dgm:prSet presAssocID="{D58AE38C-75BF-4A9C-8EB4-D9A2BD1EFD5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6114B40-0CCC-4053-8C50-C649F80C1B7B}" type="pres">
      <dgm:prSet presAssocID="{D58AE38C-75BF-4A9C-8EB4-D9A2BD1EFD5E}" presName="spaceRect" presStyleCnt="0"/>
      <dgm:spPr/>
    </dgm:pt>
    <dgm:pt modelId="{C9F1F87D-192F-44F2-A5BC-EA1997F4A1CB}" type="pres">
      <dgm:prSet presAssocID="{D58AE38C-75BF-4A9C-8EB4-D9A2BD1EFD5E}" presName="parTx" presStyleLbl="revTx" presStyleIdx="0" presStyleCnt="4">
        <dgm:presLayoutVars>
          <dgm:chMax val="0"/>
          <dgm:chPref val="0"/>
        </dgm:presLayoutVars>
      </dgm:prSet>
      <dgm:spPr/>
    </dgm:pt>
    <dgm:pt modelId="{AA111777-83AC-4CCB-A903-F38D4CCF3C99}" type="pres">
      <dgm:prSet presAssocID="{055331F4-2821-451A-8446-E3B8CBC13BAE}" presName="sibTrans" presStyleCnt="0"/>
      <dgm:spPr/>
    </dgm:pt>
    <dgm:pt modelId="{FEAB9B8A-923E-4028-A570-DCE1B477595A}" type="pres">
      <dgm:prSet presAssocID="{66B7DAED-4FDB-4732-9A70-2B179125D6B0}" presName="compNode" presStyleCnt="0"/>
      <dgm:spPr/>
    </dgm:pt>
    <dgm:pt modelId="{B88AFFA8-3C9F-433E-A8F2-1EFC3E6D7F1D}" type="pres">
      <dgm:prSet presAssocID="{66B7DAED-4FDB-4732-9A70-2B179125D6B0}" presName="bgRect" presStyleLbl="bgShp" presStyleIdx="1" presStyleCnt="4"/>
      <dgm:spPr/>
    </dgm:pt>
    <dgm:pt modelId="{9A2C7BD8-26C9-44B3-9023-06D7647282F4}" type="pres">
      <dgm:prSet presAssocID="{66B7DAED-4FDB-4732-9A70-2B179125D6B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34330491-ED3D-4BCC-BA3C-B7D84AA0C9D7}" type="pres">
      <dgm:prSet presAssocID="{66B7DAED-4FDB-4732-9A70-2B179125D6B0}" presName="spaceRect" presStyleCnt="0"/>
      <dgm:spPr/>
    </dgm:pt>
    <dgm:pt modelId="{85858B9E-8601-4FA5-A525-AF6309B93B30}" type="pres">
      <dgm:prSet presAssocID="{66B7DAED-4FDB-4732-9A70-2B179125D6B0}" presName="parTx" presStyleLbl="revTx" presStyleIdx="1" presStyleCnt="4">
        <dgm:presLayoutVars>
          <dgm:chMax val="0"/>
          <dgm:chPref val="0"/>
        </dgm:presLayoutVars>
      </dgm:prSet>
      <dgm:spPr/>
    </dgm:pt>
    <dgm:pt modelId="{23FACF76-E52D-43DF-A7F0-EA304FD73B7D}" type="pres">
      <dgm:prSet presAssocID="{7CEC08BF-5E77-4B3E-9422-29C440552E14}" presName="sibTrans" presStyleCnt="0"/>
      <dgm:spPr/>
    </dgm:pt>
    <dgm:pt modelId="{8027B183-E86B-483D-96E8-5EDF8879CA58}" type="pres">
      <dgm:prSet presAssocID="{E8C16170-F0FD-4471-BC6C-E470C488B607}" presName="compNode" presStyleCnt="0"/>
      <dgm:spPr/>
    </dgm:pt>
    <dgm:pt modelId="{3A2C943A-9D8D-497D-951F-61DD22EC2D31}" type="pres">
      <dgm:prSet presAssocID="{E8C16170-F0FD-4471-BC6C-E470C488B607}" presName="bgRect" presStyleLbl="bgShp" presStyleIdx="2" presStyleCnt="4"/>
      <dgm:spPr/>
    </dgm:pt>
    <dgm:pt modelId="{B0C28CFA-16D0-45F6-BE7A-BC17F54AB032}" type="pres">
      <dgm:prSet presAssocID="{E8C16170-F0FD-4471-BC6C-E470C488B60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850FD92-CAD3-4A0B-8D35-0577D921CA04}" type="pres">
      <dgm:prSet presAssocID="{E8C16170-F0FD-4471-BC6C-E470C488B607}" presName="spaceRect" presStyleCnt="0"/>
      <dgm:spPr/>
    </dgm:pt>
    <dgm:pt modelId="{44377FC7-FA17-40AB-97C4-236F5149B26F}" type="pres">
      <dgm:prSet presAssocID="{E8C16170-F0FD-4471-BC6C-E470C488B607}" presName="parTx" presStyleLbl="revTx" presStyleIdx="2" presStyleCnt="4">
        <dgm:presLayoutVars>
          <dgm:chMax val="0"/>
          <dgm:chPref val="0"/>
        </dgm:presLayoutVars>
      </dgm:prSet>
      <dgm:spPr/>
    </dgm:pt>
    <dgm:pt modelId="{04DCC6FE-B586-465F-8377-6731625D5843}" type="pres">
      <dgm:prSet presAssocID="{FF7316E6-7352-46D6-AD32-37EFF9A2ADC2}" presName="sibTrans" presStyleCnt="0"/>
      <dgm:spPr/>
    </dgm:pt>
    <dgm:pt modelId="{59E0FFF0-1B80-4B6B-BC1A-204CC1C79E39}" type="pres">
      <dgm:prSet presAssocID="{96A7BDD6-6000-48B4-92CF-3341D414B1EA}" presName="compNode" presStyleCnt="0"/>
      <dgm:spPr/>
    </dgm:pt>
    <dgm:pt modelId="{7D283AEE-2C94-4BB1-8FC9-B19F70E5CC4A}" type="pres">
      <dgm:prSet presAssocID="{96A7BDD6-6000-48B4-92CF-3341D414B1EA}" presName="bgRect" presStyleLbl="bgShp" presStyleIdx="3" presStyleCnt="4"/>
      <dgm:spPr/>
    </dgm:pt>
    <dgm:pt modelId="{9E2A3200-8F19-4977-A6E9-7BD9586F2E7C}" type="pres">
      <dgm:prSet presAssocID="{96A7BDD6-6000-48B4-92CF-3341D414B1E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41F0DD2A-D45F-42DF-9FF3-28FDE9A13FAD}" type="pres">
      <dgm:prSet presAssocID="{96A7BDD6-6000-48B4-92CF-3341D414B1EA}" presName="spaceRect" presStyleCnt="0"/>
      <dgm:spPr/>
    </dgm:pt>
    <dgm:pt modelId="{D646D2F1-699D-41AD-AF03-D18FAD03457D}" type="pres">
      <dgm:prSet presAssocID="{96A7BDD6-6000-48B4-92CF-3341D414B1E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67B4C19-B44E-4390-9452-68B09DBB0FDE}" srcId="{5FFDBCFD-8F8D-4F1D-98DE-7540DA86A5A5}" destId="{E8C16170-F0FD-4471-BC6C-E470C488B607}" srcOrd="2" destOrd="0" parTransId="{3F040963-8073-4D1A-9A48-42ECCCF50004}" sibTransId="{FF7316E6-7352-46D6-AD32-37EFF9A2ADC2}"/>
    <dgm:cxn modelId="{865BA530-94DC-496F-A89A-6D8FED876B07}" type="presOf" srcId="{96A7BDD6-6000-48B4-92CF-3341D414B1EA}" destId="{D646D2F1-699D-41AD-AF03-D18FAD03457D}" srcOrd="0" destOrd="0" presId="urn:microsoft.com/office/officeart/2018/2/layout/IconVerticalSolidList"/>
    <dgm:cxn modelId="{2D738786-6892-488E-813E-F6BAEE7243BF}" type="presOf" srcId="{66B7DAED-4FDB-4732-9A70-2B179125D6B0}" destId="{85858B9E-8601-4FA5-A525-AF6309B93B30}" srcOrd="0" destOrd="0" presId="urn:microsoft.com/office/officeart/2018/2/layout/IconVerticalSolidList"/>
    <dgm:cxn modelId="{6847C596-2DEF-49FD-878A-652B5B15E717}" type="presOf" srcId="{E8C16170-F0FD-4471-BC6C-E470C488B607}" destId="{44377FC7-FA17-40AB-97C4-236F5149B26F}" srcOrd="0" destOrd="0" presId="urn:microsoft.com/office/officeart/2018/2/layout/IconVerticalSolidList"/>
    <dgm:cxn modelId="{9FF77E9F-0BC6-4918-86BD-F3F86CE5017B}" srcId="{5FFDBCFD-8F8D-4F1D-98DE-7540DA86A5A5}" destId="{D58AE38C-75BF-4A9C-8EB4-D9A2BD1EFD5E}" srcOrd="0" destOrd="0" parTransId="{1074B80C-0F22-411D-9A0A-BC4DC6E313B4}" sibTransId="{055331F4-2821-451A-8446-E3B8CBC13BAE}"/>
    <dgm:cxn modelId="{500C28AC-A820-4EC8-8FEE-6FFCE694AC31}" srcId="{5FFDBCFD-8F8D-4F1D-98DE-7540DA86A5A5}" destId="{96A7BDD6-6000-48B4-92CF-3341D414B1EA}" srcOrd="3" destOrd="0" parTransId="{74F00C16-E327-4690-BB6E-5E7F9A6B7D76}" sibTransId="{72D11254-1EAD-40E5-A821-5A6B539CB624}"/>
    <dgm:cxn modelId="{7E1D02CF-AB1A-4EE1-93DC-300274B990DD}" type="presOf" srcId="{5FFDBCFD-8F8D-4F1D-98DE-7540DA86A5A5}" destId="{DE6EC0BB-CB24-44E4-BDBD-CB5232F6D738}" srcOrd="0" destOrd="0" presId="urn:microsoft.com/office/officeart/2018/2/layout/IconVerticalSolidList"/>
    <dgm:cxn modelId="{5DB366D2-545C-4F95-BA4E-79409D5C7462}" type="presOf" srcId="{D58AE38C-75BF-4A9C-8EB4-D9A2BD1EFD5E}" destId="{C9F1F87D-192F-44F2-A5BC-EA1997F4A1CB}" srcOrd="0" destOrd="0" presId="urn:microsoft.com/office/officeart/2018/2/layout/IconVerticalSolidList"/>
    <dgm:cxn modelId="{C4E15BFA-D418-4C22-BE2A-D3EEA3B22E03}" srcId="{5FFDBCFD-8F8D-4F1D-98DE-7540DA86A5A5}" destId="{66B7DAED-4FDB-4732-9A70-2B179125D6B0}" srcOrd="1" destOrd="0" parTransId="{C2CE7822-8D4C-4DF5-9C56-73D38C32236D}" sibTransId="{7CEC08BF-5E77-4B3E-9422-29C440552E14}"/>
    <dgm:cxn modelId="{A9C611E9-6C5B-4043-8B59-7A815C76439B}" type="presParOf" srcId="{DE6EC0BB-CB24-44E4-BDBD-CB5232F6D738}" destId="{2B003CD1-A82F-41D2-87CE-0B20E941F601}" srcOrd="0" destOrd="0" presId="urn:microsoft.com/office/officeart/2018/2/layout/IconVerticalSolidList"/>
    <dgm:cxn modelId="{B35E75A2-723D-452F-960B-E67F62DDD382}" type="presParOf" srcId="{2B003CD1-A82F-41D2-87CE-0B20E941F601}" destId="{DDEA6C00-643F-4984-8AC9-6907483F56ED}" srcOrd="0" destOrd="0" presId="urn:microsoft.com/office/officeart/2018/2/layout/IconVerticalSolidList"/>
    <dgm:cxn modelId="{5CE8EA15-0B95-4633-8C3D-DA2AC931FF50}" type="presParOf" srcId="{2B003CD1-A82F-41D2-87CE-0B20E941F601}" destId="{FF034072-4444-4938-8AE2-AAF025A57C6A}" srcOrd="1" destOrd="0" presId="urn:microsoft.com/office/officeart/2018/2/layout/IconVerticalSolidList"/>
    <dgm:cxn modelId="{578AC127-F14E-43AE-BE9C-6C65E630CD31}" type="presParOf" srcId="{2B003CD1-A82F-41D2-87CE-0B20E941F601}" destId="{96114B40-0CCC-4053-8C50-C649F80C1B7B}" srcOrd="2" destOrd="0" presId="urn:microsoft.com/office/officeart/2018/2/layout/IconVerticalSolidList"/>
    <dgm:cxn modelId="{48D6A4C8-A4A7-48A6-8C08-516DD6D31A31}" type="presParOf" srcId="{2B003CD1-A82F-41D2-87CE-0B20E941F601}" destId="{C9F1F87D-192F-44F2-A5BC-EA1997F4A1CB}" srcOrd="3" destOrd="0" presId="urn:microsoft.com/office/officeart/2018/2/layout/IconVerticalSolidList"/>
    <dgm:cxn modelId="{23E5A3C5-73FE-4DBE-B3AD-6381AAB73A12}" type="presParOf" srcId="{DE6EC0BB-CB24-44E4-BDBD-CB5232F6D738}" destId="{AA111777-83AC-4CCB-A903-F38D4CCF3C99}" srcOrd="1" destOrd="0" presId="urn:microsoft.com/office/officeart/2018/2/layout/IconVerticalSolidList"/>
    <dgm:cxn modelId="{96F753E0-6E27-4F8E-9DC5-492E699521A5}" type="presParOf" srcId="{DE6EC0BB-CB24-44E4-BDBD-CB5232F6D738}" destId="{FEAB9B8A-923E-4028-A570-DCE1B477595A}" srcOrd="2" destOrd="0" presId="urn:microsoft.com/office/officeart/2018/2/layout/IconVerticalSolidList"/>
    <dgm:cxn modelId="{3923372A-8612-4C0B-B75A-2F11D76C83C2}" type="presParOf" srcId="{FEAB9B8A-923E-4028-A570-DCE1B477595A}" destId="{B88AFFA8-3C9F-433E-A8F2-1EFC3E6D7F1D}" srcOrd="0" destOrd="0" presId="urn:microsoft.com/office/officeart/2018/2/layout/IconVerticalSolidList"/>
    <dgm:cxn modelId="{17A2030B-A54A-4C9B-88FE-512AFEE10915}" type="presParOf" srcId="{FEAB9B8A-923E-4028-A570-DCE1B477595A}" destId="{9A2C7BD8-26C9-44B3-9023-06D7647282F4}" srcOrd="1" destOrd="0" presId="urn:microsoft.com/office/officeart/2018/2/layout/IconVerticalSolidList"/>
    <dgm:cxn modelId="{F71C5E9A-7C5B-421D-A23C-EC3B10100099}" type="presParOf" srcId="{FEAB9B8A-923E-4028-A570-DCE1B477595A}" destId="{34330491-ED3D-4BCC-BA3C-B7D84AA0C9D7}" srcOrd="2" destOrd="0" presId="urn:microsoft.com/office/officeart/2018/2/layout/IconVerticalSolidList"/>
    <dgm:cxn modelId="{E535F906-883C-43C2-9E4F-6F4F142316E3}" type="presParOf" srcId="{FEAB9B8A-923E-4028-A570-DCE1B477595A}" destId="{85858B9E-8601-4FA5-A525-AF6309B93B30}" srcOrd="3" destOrd="0" presId="urn:microsoft.com/office/officeart/2018/2/layout/IconVerticalSolidList"/>
    <dgm:cxn modelId="{B625FF0F-4575-4B4D-AF4C-154FEFE7E427}" type="presParOf" srcId="{DE6EC0BB-CB24-44E4-BDBD-CB5232F6D738}" destId="{23FACF76-E52D-43DF-A7F0-EA304FD73B7D}" srcOrd="3" destOrd="0" presId="urn:microsoft.com/office/officeart/2018/2/layout/IconVerticalSolidList"/>
    <dgm:cxn modelId="{FC9BCB08-CD7A-4E3A-93D4-9236712B2547}" type="presParOf" srcId="{DE6EC0BB-CB24-44E4-BDBD-CB5232F6D738}" destId="{8027B183-E86B-483D-96E8-5EDF8879CA58}" srcOrd="4" destOrd="0" presId="urn:microsoft.com/office/officeart/2018/2/layout/IconVerticalSolidList"/>
    <dgm:cxn modelId="{1C9E35AB-EFE3-40DF-8C6A-D90B5335DB6B}" type="presParOf" srcId="{8027B183-E86B-483D-96E8-5EDF8879CA58}" destId="{3A2C943A-9D8D-497D-951F-61DD22EC2D31}" srcOrd="0" destOrd="0" presId="urn:microsoft.com/office/officeart/2018/2/layout/IconVerticalSolidList"/>
    <dgm:cxn modelId="{EE54007F-53A3-4614-8C33-4A3074B7E57A}" type="presParOf" srcId="{8027B183-E86B-483D-96E8-5EDF8879CA58}" destId="{B0C28CFA-16D0-45F6-BE7A-BC17F54AB032}" srcOrd="1" destOrd="0" presId="urn:microsoft.com/office/officeart/2018/2/layout/IconVerticalSolidList"/>
    <dgm:cxn modelId="{627D7B65-7E2D-48FA-8071-3567AD59A2E1}" type="presParOf" srcId="{8027B183-E86B-483D-96E8-5EDF8879CA58}" destId="{C850FD92-CAD3-4A0B-8D35-0577D921CA04}" srcOrd="2" destOrd="0" presId="urn:microsoft.com/office/officeart/2018/2/layout/IconVerticalSolidList"/>
    <dgm:cxn modelId="{67A55C31-AEE6-45F2-A4D5-434C6190FD5C}" type="presParOf" srcId="{8027B183-E86B-483D-96E8-5EDF8879CA58}" destId="{44377FC7-FA17-40AB-97C4-236F5149B26F}" srcOrd="3" destOrd="0" presId="urn:microsoft.com/office/officeart/2018/2/layout/IconVerticalSolidList"/>
    <dgm:cxn modelId="{F8D2A650-E70A-4ACF-9D57-E17514570921}" type="presParOf" srcId="{DE6EC0BB-CB24-44E4-BDBD-CB5232F6D738}" destId="{04DCC6FE-B586-465F-8377-6731625D5843}" srcOrd="5" destOrd="0" presId="urn:microsoft.com/office/officeart/2018/2/layout/IconVerticalSolidList"/>
    <dgm:cxn modelId="{6A44C103-898B-4038-ADBA-DF8CAE529FCD}" type="presParOf" srcId="{DE6EC0BB-CB24-44E4-BDBD-CB5232F6D738}" destId="{59E0FFF0-1B80-4B6B-BC1A-204CC1C79E39}" srcOrd="6" destOrd="0" presId="urn:microsoft.com/office/officeart/2018/2/layout/IconVerticalSolidList"/>
    <dgm:cxn modelId="{33E8284F-84BF-440D-A1C5-1EF3BD9F0105}" type="presParOf" srcId="{59E0FFF0-1B80-4B6B-BC1A-204CC1C79E39}" destId="{7D283AEE-2C94-4BB1-8FC9-B19F70E5CC4A}" srcOrd="0" destOrd="0" presId="urn:microsoft.com/office/officeart/2018/2/layout/IconVerticalSolidList"/>
    <dgm:cxn modelId="{45FD0339-21BE-4B18-A5EF-CB91867FC23C}" type="presParOf" srcId="{59E0FFF0-1B80-4B6B-BC1A-204CC1C79E39}" destId="{9E2A3200-8F19-4977-A6E9-7BD9586F2E7C}" srcOrd="1" destOrd="0" presId="urn:microsoft.com/office/officeart/2018/2/layout/IconVerticalSolidList"/>
    <dgm:cxn modelId="{2DCEC820-EF02-4AA1-9347-992708F2B9E2}" type="presParOf" srcId="{59E0FFF0-1B80-4B6B-BC1A-204CC1C79E39}" destId="{41F0DD2A-D45F-42DF-9FF3-28FDE9A13FAD}" srcOrd="2" destOrd="0" presId="urn:microsoft.com/office/officeart/2018/2/layout/IconVerticalSolidList"/>
    <dgm:cxn modelId="{F65542A7-450B-40A3-825A-EAD7E48B219D}" type="presParOf" srcId="{59E0FFF0-1B80-4B6B-BC1A-204CC1C79E39}" destId="{D646D2F1-699D-41AD-AF03-D18FAD0345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E556D7D-951A-43D3-BE15-EAA2A672419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D408E91-F4B7-4058-867B-983B41E89393}">
      <dgm:prSet/>
      <dgm:spPr/>
      <dgm:t>
        <a:bodyPr/>
        <a:lstStyle/>
        <a:p>
          <a:r>
            <a:rPr lang="en-US" dirty="0"/>
            <a:t>End-to-end latency: mean 173 </a:t>
          </a:r>
          <a:r>
            <a:rPr lang="en-US" dirty="0" err="1"/>
            <a:t>ms</a:t>
          </a:r>
          <a:r>
            <a:rPr lang="en-US" dirty="0"/>
            <a:t>, 95th ≤ 270 </a:t>
          </a:r>
          <a:r>
            <a:rPr lang="en-US" dirty="0" err="1"/>
            <a:t>ms</a:t>
          </a:r>
          <a:r>
            <a:rPr lang="en-US" dirty="0"/>
            <a:t> (sub-200 </a:t>
          </a:r>
          <a:r>
            <a:rPr lang="en-US" dirty="0" err="1"/>
            <a:t>ms</a:t>
          </a:r>
          <a:r>
            <a:rPr lang="en-US" dirty="0"/>
            <a:t> SLA).</a:t>
          </a:r>
        </a:p>
      </dgm:t>
    </dgm:pt>
    <dgm:pt modelId="{4036F88C-082A-403B-8A2E-FCAF3927BF81}" type="parTrans" cxnId="{40DBF39B-1D9B-4876-82D6-66DF91E347DA}">
      <dgm:prSet/>
      <dgm:spPr/>
      <dgm:t>
        <a:bodyPr/>
        <a:lstStyle/>
        <a:p>
          <a:endParaRPr lang="en-US"/>
        </a:p>
      </dgm:t>
    </dgm:pt>
    <dgm:pt modelId="{A9503158-A42A-4124-9B45-1D0EDD46FB60}" type="sibTrans" cxnId="{40DBF39B-1D9B-4876-82D6-66DF91E347DA}">
      <dgm:prSet/>
      <dgm:spPr/>
      <dgm:t>
        <a:bodyPr/>
        <a:lstStyle/>
        <a:p>
          <a:endParaRPr lang="en-US"/>
        </a:p>
      </dgm:t>
    </dgm:pt>
    <dgm:pt modelId="{D5B22F58-7377-4250-A4E1-50759B1634E9}">
      <dgm:prSet/>
      <dgm:spPr/>
      <dgm:t>
        <a:bodyPr/>
        <a:lstStyle/>
        <a:p>
          <a:r>
            <a:rPr lang="en-US" dirty="0"/>
            <a:t>Should Sustain 2.0 Gbps input with 0% packet loss (4 threads).</a:t>
          </a:r>
        </a:p>
      </dgm:t>
    </dgm:pt>
    <dgm:pt modelId="{4F22EE33-4AE5-459E-9C8E-3BAF881F920C}" type="parTrans" cxnId="{7E5DEAFC-B218-4EBB-9D83-121934110639}">
      <dgm:prSet/>
      <dgm:spPr/>
      <dgm:t>
        <a:bodyPr/>
        <a:lstStyle/>
        <a:p>
          <a:endParaRPr lang="en-US"/>
        </a:p>
      </dgm:t>
    </dgm:pt>
    <dgm:pt modelId="{CA0E95FA-2D63-4A94-8E49-60E340A4EB98}" type="sibTrans" cxnId="{7E5DEAFC-B218-4EBB-9D83-121934110639}">
      <dgm:prSet/>
      <dgm:spPr/>
      <dgm:t>
        <a:bodyPr/>
        <a:lstStyle/>
        <a:p>
          <a:endParaRPr lang="en-US"/>
        </a:p>
      </dgm:t>
    </dgm:pt>
    <dgm:pt modelId="{1B2E3153-1691-48F1-A502-9B31D46A93C1}">
      <dgm:prSet/>
      <dgm:spPr/>
      <dgm:t>
        <a:bodyPr/>
        <a:lstStyle/>
        <a:p>
          <a:r>
            <a:rPr lang="en-US" dirty="0"/>
            <a:t>Memory stable at 2.1 GB during stress tests.</a:t>
          </a:r>
        </a:p>
      </dgm:t>
    </dgm:pt>
    <dgm:pt modelId="{70CDDE2A-2DC2-45FE-9F42-C19BFA2430C6}" type="parTrans" cxnId="{D7599DF6-E6EB-470A-9732-402387824FDB}">
      <dgm:prSet/>
      <dgm:spPr/>
      <dgm:t>
        <a:bodyPr/>
        <a:lstStyle/>
        <a:p>
          <a:endParaRPr lang="en-US"/>
        </a:p>
      </dgm:t>
    </dgm:pt>
    <dgm:pt modelId="{D16DBFE2-73C6-468C-89CF-FA1743EA2493}" type="sibTrans" cxnId="{D7599DF6-E6EB-470A-9732-402387824FDB}">
      <dgm:prSet/>
      <dgm:spPr/>
      <dgm:t>
        <a:bodyPr/>
        <a:lstStyle/>
        <a:p>
          <a:endParaRPr lang="en-US"/>
        </a:p>
      </dgm:t>
    </dgm:pt>
    <dgm:pt modelId="{A5279DBA-6958-429C-BC4C-1BF7DC613390}" type="pres">
      <dgm:prSet presAssocID="{AE556D7D-951A-43D3-BE15-EAA2A672419B}" presName="root" presStyleCnt="0">
        <dgm:presLayoutVars>
          <dgm:dir/>
          <dgm:resizeHandles val="exact"/>
        </dgm:presLayoutVars>
      </dgm:prSet>
      <dgm:spPr/>
    </dgm:pt>
    <dgm:pt modelId="{7628D202-FF90-4124-8B19-6DEF9E9511C2}" type="pres">
      <dgm:prSet presAssocID="{4D408E91-F4B7-4058-867B-983B41E89393}" presName="compNode" presStyleCnt="0"/>
      <dgm:spPr/>
    </dgm:pt>
    <dgm:pt modelId="{CD0EF306-B762-4D99-BBEF-03246AB6A094}" type="pres">
      <dgm:prSet presAssocID="{4D408E91-F4B7-4058-867B-983B41E89393}" presName="bgRect" presStyleLbl="bgShp" presStyleIdx="0" presStyleCnt="3"/>
      <dgm:spPr/>
    </dgm:pt>
    <dgm:pt modelId="{EAC4FB55-F626-4518-BE79-1B6B6CAD1D6B}" type="pres">
      <dgm:prSet presAssocID="{4D408E91-F4B7-4058-867B-983B41E893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37200B24-193E-4626-AB34-CF4D9AEE2898}" type="pres">
      <dgm:prSet presAssocID="{4D408E91-F4B7-4058-867B-983B41E89393}" presName="spaceRect" presStyleCnt="0"/>
      <dgm:spPr/>
    </dgm:pt>
    <dgm:pt modelId="{8E235E85-4801-4D68-8DA4-19C4469CAF61}" type="pres">
      <dgm:prSet presAssocID="{4D408E91-F4B7-4058-867B-983B41E89393}" presName="parTx" presStyleLbl="revTx" presStyleIdx="0" presStyleCnt="3">
        <dgm:presLayoutVars>
          <dgm:chMax val="0"/>
          <dgm:chPref val="0"/>
        </dgm:presLayoutVars>
      </dgm:prSet>
      <dgm:spPr/>
    </dgm:pt>
    <dgm:pt modelId="{4FD27DC8-30EC-4697-B30D-5C58B3E13260}" type="pres">
      <dgm:prSet presAssocID="{A9503158-A42A-4124-9B45-1D0EDD46FB60}" presName="sibTrans" presStyleCnt="0"/>
      <dgm:spPr/>
    </dgm:pt>
    <dgm:pt modelId="{1F4B6312-19E0-47DA-95EF-69A4752BFF33}" type="pres">
      <dgm:prSet presAssocID="{D5B22F58-7377-4250-A4E1-50759B1634E9}" presName="compNode" presStyleCnt="0"/>
      <dgm:spPr/>
    </dgm:pt>
    <dgm:pt modelId="{76F3E2F5-5161-47F1-8AFB-C185FBC9A907}" type="pres">
      <dgm:prSet presAssocID="{D5B22F58-7377-4250-A4E1-50759B1634E9}" presName="bgRect" presStyleLbl="bgShp" presStyleIdx="1" presStyleCnt="3"/>
      <dgm:spPr/>
    </dgm:pt>
    <dgm:pt modelId="{DA08BFAC-0C42-420B-B313-FA2DED3EAD24}" type="pres">
      <dgm:prSet presAssocID="{D5B22F58-7377-4250-A4E1-50759B1634E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81FFE75-0951-442F-B352-E542DB4B4B27}" type="pres">
      <dgm:prSet presAssocID="{D5B22F58-7377-4250-A4E1-50759B1634E9}" presName="spaceRect" presStyleCnt="0"/>
      <dgm:spPr/>
    </dgm:pt>
    <dgm:pt modelId="{12B5721B-5423-4B28-8448-0666AB2C197B}" type="pres">
      <dgm:prSet presAssocID="{D5B22F58-7377-4250-A4E1-50759B1634E9}" presName="parTx" presStyleLbl="revTx" presStyleIdx="1" presStyleCnt="3">
        <dgm:presLayoutVars>
          <dgm:chMax val="0"/>
          <dgm:chPref val="0"/>
        </dgm:presLayoutVars>
      </dgm:prSet>
      <dgm:spPr/>
    </dgm:pt>
    <dgm:pt modelId="{8542A300-A89C-46A9-87F9-EE9CEB7F427B}" type="pres">
      <dgm:prSet presAssocID="{CA0E95FA-2D63-4A94-8E49-60E340A4EB98}" presName="sibTrans" presStyleCnt="0"/>
      <dgm:spPr/>
    </dgm:pt>
    <dgm:pt modelId="{CFAE413E-A1A8-4037-9B0B-38B9B644ACCE}" type="pres">
      <dgm:prSet presAssocID="{1B2E3153-1691-48F1-A502-9B31D46A93C1}" presName="compNode" presStyleCnt="0"/>
      <dgm:spPr/>
    </dgm:pt>
    <dgm:pt modelId="{FCB9CD5E-5484-4930-888C-8B7BC2DD6B8D}" type="pres">
      <dgm:prSet presAssocID="{1B2E3153-1691-48F1-A502-9B31D46A93C1}" presName="bgRect" presStyleLbl="bgShp" presStyleIdx="2" presStyleCnt="3"/>
      <dgm:spPr/>
    </dgm:pt>
    <dgm:pt modelId="{4A7CB885-E6DF-49C9-89EB-39A627253E88}" type="pres">
      <dgm:prSet presAssocID="{1B2E3153-1691-48F1-A502-9B31D46A93C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A716608A-A213-4EC1-A77E-5605E5E0FD2A}" type="pres">
      <dgm:prSet presAssocID="{1B2E3153-1691-48F1-A502-9B31D46A93C1}" presName="spaceRect" presStyleCnt="0"/>
      <dgm:spPr/>
    </dgm:pt>
    <dgm:pt modelId="{88EFFAF8-0113-42D8-9D46-233BF65F503C}" type="pres">
      <dgm:prSet presAssocID="{1B2E3153-1691-48F1-A502-9B31D46A93C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811C70A-011A-41BA-8830-D69AE6766513}" type="presOf" srcId="{AE556D7D-951A-43D3-BE15-EAA2A672419B}" destId="{A5279DBA-6958-429C-BC4C-1BF7DC613390}" srcOrd="0" destOrd="0" presId="urn:microsoft.com/office/officeart/2018/2/layout/IconVerticalSolidList"/>
    <dgm:cxn modelId="{C71C176E-5187-4A7A-9E80-14493CB67482}" type="presOf" srcId="{1B2E3153-1691-48F1-A502-9B31D46A93C1}" destId="{88EFFAF8-0113-42D8-9D46-233BF65F503C}" srcOrd="0" destOrd="0" presId="urn:microsoft.com/office/officeart/2018/2/layout/IconVerticalSolidList"/>
    <dgm:cxn modelId="{40DBF39B-1D9B-4876-82D6-66DF91E347DA}" srcId="{AE556D7D-951A-43D3-BE15-EAA2A672419B}" destId="{4D408E91-F4B7-4058-867B-983B41E89393}" srcOrd="0" destOrd="0" parTransId="{4036F88C-082A-403B-8A2E-FCAF3927BF81}" sibTransId="{A9503158-A42A-4124-9B45-1D0EDD46FB60}"/>
    <dgm:cxn modelId="{43DF8BB6-58DC-445C-B525-3526FE4E7259}" type="presOf" srcId="{D5B22F58-7377-4250-A4E1-50759B1634E9}" destId="{12B5721B-5423-4B28-8448-0666AB2C197B}" srcOrd="0" destOrd="0" presId="urn:microsoft.com/office/officeart/2018/2/layout/IconVerticalSolidList"/>
    <dgm:cxn modelId="{B744E6BE-E0C7-4C7A-9C8F-61224A0604AA}" type="presOf" srcId="{4D408E91-F4B7-4058-867B-983B41E89393}" destId="{8E235E85-4801-4D68-8DA4-19C4469CAF61}" srcOrd="0" destOrd="0" presId="urn:microsoft.com/office/officeart/2018/2/layout/IconVerticalSolidList"/>
    <dgm:cxn modelId="{D7599DF6-E6EB-470A-9732-402387824FDB}" srcId="{AE556D7D-951A-43D3-BE15-EAA2A672419B}" destId="{1B2E3153-1691-48F1-A502-9B31D46A93C1}" srcOrd="2" destOrd="0" parTransId="{70CDDE2A-2DC2-45FE-9F42-C19BFA2430C6}" sibTransId="{D16DBFE2-73C6-468C-89CF-FA1743EA2493}"/>
    <dgm:cxn modelId="{7E5DEAFC-B218-4EBB-9D83-121934110639}" srcId="{AE556D7D-951A-43D3-BE15-EAA2A672419B}" destId="{D5B22F58-7377-4250-A4E1-50759B1634E9}" srcOrd="1" destOrd="0" parTransId="{4F22EE33-4AE5-459E-9C8E-3BAF881F920C}" sibTransId="{CA0E95FA-2D63-4A94-8E49-60E340A4EB98}"/>
    <dgm:cxn modelId="{3E521A90-1AF2-4ECD-AC10-5B56FF05E5C1}" type="presParOf" srcId="{A5279DBA-6958-429C-BC4C-1BF7DC613390}" destId="{7628D202-FF90-4124-8B19-6DEF9E9511C2}" srcOrd="0" destOrd="0" presId="urn:microsoft.com/office/officeart/2018/2/layout/IconVerticalSolidList"/>
    <dgm:cxn modelId="{F9C392E2-259F-4928-B06B-C4570AA41556}" type="presParOf" srcId="{7628D202-FF90-4124-8B19-6DEF9E9511C2}" destId="{CD0EF306-B762-4D99-BBEF-03246AB6A094}" srcOrd="0" destOrd="0" presId="urn:microsoft.com/office/officeart/2018/2/layout/IconVerticalSolidList"/>
    <dgm:cxn modelId="{4ECB3FB0-F102-42BA-8090-AB3718A386AC}" type="presParOf" srcId="{7628D202-FF90-4124-8B19-6DEF9E9511C2}" destId="{EAC4FB55-F626-4518-BE79-1B6B6CAD1D6B}" srcOrd="1" destOrd="0" presId="urn:microsoft.com/office/officeart/2018/2/layout/IconVerticalSolidList"/>
    <dgm:cxn modelId="{3393E26B-7F5F-4DFA-9C77-0F9F6C4E6911}" type="presParOf" srcId="{7628D202-FF90-4124-8B19-6DEF9E9511C2}" destId="{37200B24-193E-4626-AB34-CF4D9AEE2898}" srcOrd="2" destOrd="0" presId="urn:microsoft.com/office/officeart/2018/2/layout/IconVerticalSolidList"/>
    <dgm:cxn modelId="{4F49CBEC-5998-4D77-AEFE-4840B58131B7}" type="presParOf" srcId="{7628D202-FF90-4124-8B19-6DEF9E9511C2}" destId="{8E235E85-4801-4D68-8DA4-19C4469CAF61}" srcOrd="3" destOrd="0" presId="urn:microsoft.com/office/officeart/2018/2/layout/IconVerticalSolidList"/>
    <dgm:cxn modelId="{995039C3-80D7-4148-97C0-211DA60D5037}" type="presParOf" srcId="{A5279DBA-6958-429C-BC4C-1BF7DC613390}" destId="{4FD27DC8-30EC-4697-B30D-5C58B3E13260}" srcOrd="1" destOrd="0" presId="urn:microsoft.com/office/officeart/2018/2/layout/IconVerticalSolidList"/>
    <dgm:cxn modelId="{72C11012-D59C-4CD1-B52C-E9ECD6504200}" type="presParOf" srcId="{A5279DBA-6958-429C-BC4C-1BF7DC613390}" destId="{1F4B6312-19E0-47DA-95EF-69A4752BFF33}" srcOrd="2" destOrd="0" presId="urn:microsoft.com/office/officeart/2018/2/layout/IconVerticalSolidList"/>
    <dgm:cxn modelId="{DA25D9AF-F795-4D0D-A636-BD2B58FC31FE}" type="presParOf" srcId="{1F4B6312-19E0-47DA-95EF-69A4752BFF33}" destId="{76F3E2F5-5161-47F1-8AFB-C185FBC9A907}" srcOrd="0" destOrd="0" presId="urn:microsoft.com/office/officeart/2018/2/layout/IconVerticalSolidList"/>
    <dgm:cxn modelId="{8F8C2BF1-26DA-4280-AB60-8D4E0F7A1CF2}" type="presParOf" srcId="{1F4B6312-19E0-47DA-95EF-69A4752BFF33}" destId="{DA08BFAC-0C42-420B-B313-FA2DED3EAD24}" srcOrd="1" destOrd="0" presId="urn:microsoft.com/office/officeart/2018/2/layout/IconVerticalSolidList"/>
    <dgm:cxn modelId="{EBDD09BB-728E-441E-8959-558BC74FB7BF}" type="presParOf" srcId="{1F4B6312-19E0-47DA-95EF-69A4752BFF33}" destId="{E81FFE75-0951-442F-B352-E542DB4B4B27}" srcOrd="2" destOrd="0" presId="urn:microsoft.com/office/officeart/2018/2/layout/IconVerticalSolidList"/>
    <dgm:cxn modelId="{25C76117-CE10-4B8C-A88F-0AAEBD3A549F}" type="presParOf" srcId="{1F4B6312-19E0-47DA-95EF-69A4752BFF33}" destId="{12B5721B-5423-4B28-8448-0666AB2C197B}" srcOrd="3" destOrd="0" presId="urn:microsoft.com/office/officeart/2018/2/layout/IconVerticalSolidList"/>
    <dgm:cxn modelId="{807C024D-A5CF-4237-AB55-18AC73CB3C25}" type="presParOf" srcId="{A5279DBA-6958-429C-BC4C-1BF7DC613390}" destId="{8542A300-A89C-46A9-87F9-EE9CEB7F427B}" srcOrd="3" destOrd="0" presId="urn:microsoft.com/office/officeart/2018/2/layout/IconVerticalSolidList"/>
    <dgm:cxn modelId="{F0D5D490-CCAE-4E3D-A367-F33EEFC4E6DC}" type="presParOf" srcId="{A5279DBA-6958-429C-BC4C-1BF7DC613390}" destId="{CFAE413E-A1A8-4037-9B0B-38B9B644ACCE}" srcOrd="4" destOrd="0" presId="urn:microsoft.com/office/officeart/2018/2/layout/IconVerticalSolidList"/>
    <dgm:cxn modelId="{8BA219A4-44D2-4C24-9EE9-9D9B6E52B7A8}" type="presParOf" srcId="{CFAE413E-A1A8-4037-9B0B-38B9B644ACCE}" destId="{FCB9CD5E-5484-4930-888C-8B7BC2DD6B8D}" srcOrd="0" destOrd="0" presId="urn:microsoft.com/office/officeart/2018/2/layout/IconVerticalSolidList"/>
    <dgm:cxn modelId="{C95A9025-47B5-46C3-A6E6-AC40A36B51AF}" type="presParOf" srcId="{CFAE413E-A1A8-4037-9B0B-38B9B644ACCE}" destId="{4A7CB885-E6DF-49C9-89EB-39A627253E88}" srcOrd="1" destOrd="0" presId="urn:microsoft.com/office/officeart/2018/2/layout/IconVerticalSolidList"/>
    <dgm:cxn modelId="{38119A4E-8FEB-4E50-8C65-D9C3BEEFE1BE}" type="presParOf" srcId="{CFAE413E-A1A8-4037-9B0B-38B9B644ACCE}" destId="{A716608A-A213-4EC1-A77E-5605E5E0FD2A}" srcOrd="2" destOrd="0" presId="urn:microsoft.com/office/officeart/2018/2/layout/IconVerticalSolidList"/>
    <dgm:cxn modelId="{CDDF3D54-9F4E-44F3-8648-E86FE5730C3B}" type="presParOf" srcId="{CFAE413E-A1A8-4037-9B0B-38B9B644ACCE}" destId="{88EFFAF8-0113-42D8-9D46-233BF65F503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822290D-143B-4B95-A912-E976B82EBD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2C2DA9-031B-406A-BFAB-CC065AC91289}">
      <dgm:prSet/>
      <dgm:spPr/>
      <dgm:t>
        <a:bodyPr/>
        <a:lstStyle/>
        <a:p>
          <a:r>
            <a:rPr lang="en-US"/>
            <a:t>Imbalanced dataset → Random under-sampling + higher threshold.</a:t>
          </a:r>
        </a:p>
      </dgm:t>
    </dgm:pt>
    <dgm:pt modelId="{C76D2E01-9251-4903-AFF9-D6C0F108585B}" type="parTrans" cxnId="{3187828F-B9BA-4365-8CD9-EEF4026E6F79}">
      <dgm:prSet/>
      <dgm:spPr/>
      <dgm:t>
        <a:bodyPr/>
        <a:lstStyle/>
        <a:p>
          <a:endParaRPr lang="en-US"/>
        </a:p>
      </dgm:t>
    </dgm:pt>
    <dgm:pt modelId="{2DAC68BC-9A9A-480C-9D6C-28E8BDE07AD8}" type="sibTrans" cxnId="{3187828F-B9BA-4365-8CD9-EEF4026E6F79}">
      <dgm:prSet/>
      <dgm:spPr/>
      <dgm:t>
        <a:bodyPr/>
        <a:lstStyle/>
        <a:p>
          <a:endParaRPr lang="en-US"/>
        </a:p>
      </dgm:t>
    </dgm:pt>
    <dgm:pt modelId="{C25828D2-D898-4B7F-B3D6-5285FA879506}">
      <dgm:prSet/>
      <dgm:spPr/>
      <dgm:t>
        <a:bodyPr/>
        <a:lstStyle/>
        <a:p>
          <a:r>
            <a:rPr lang="en-US"/>
            <a:t>Driver differences across OS → Strategy pattern abstraction.</a:t>
          </a:r>
        </a:p>
      </dgm:t>
    </dgm:pt>
    <dgm:pt modelId="{A5A6056E-3A25-4FAA-9C87-42C98ACA4CA8}" type="parTrans" cxnId="{80CD7C9B-E077-446E-BCEB-79492F8E7861}">
      <dgm:prSet/>
      <dgm:spPr/>
      <dgm:t>
        <a:bodyPr/>
        <a:lstStyle/>
        <a:p>
          <a:endParaRPr lang="en-US"/>
        </a:p>
      </dgm:t>
    </dgm:pt>
    <dgm:pt modelId="{DE13C4F1-DC0D-461C-9B5F-A6A32795BE47}" type="sibTrans" cxnId="{80CD7C9B-E077-446E-BCEB-79492F8E7861}">
      <dgm:prSet/>
      <dgm:spPr/>
      <dgm:t>
        <a:bodyPr/>
        <a:lstStyle/>
        <a:p>
          <a:endParaRPr lang="en-US"/>
        </a:p>
      </dgm:t>
    </dgm:pt>
    <dgm:pt modelId="{3A78F590-9D9B-4E65-A7CC-B73B98439DDD}">
      <dgm:prSet/>
      <dgm:spPr/>
      <dgm:t>
        <a:bodyPr/>
        <a:lstStyle/>
        <a:p>
          <a:r>
            <a:rPr lang="en-US"/>
            <a:t>Feature gaps in live capture → Zero-fill policy.</a:t>
          </a:r>
        </a:p>
      </dgm:t>
    </dgm:pt>
    <dgm:pt modelId="{F85C91B1-591E-4F3D-B822-AAE66E1CF0D9}" type="parTrans" cxnId="{EF48C3C1-7AE4-4504-8127-7B5901A3D9AC}">
      <dgm:prSet/>
      <dgm:spPr/>
      <dgm:t>
        <a:bodyPr/>
        <a:lstStyle/>
        <a:p>
          <a:endParaRPr lang="en-US"/>
        </a:p>
      </dgm:t>
    </dgm:pt>
    <dgm:pt modelId="{F560E83D-C5A9-4578-A0A8-8035E7E06245}" type="sibTrans" cxnId="{EF48C3C1-7AE4-4504-8127-7B5901A3D9AC}">
      <dgm:prSet/>
      <dgm:spPr/>
      <dgm:t>
        <a:bodyPr/>
        <a:lstStyle/>
        <a:p>
          <a:endParaRPr lang="en-US"/>
        </a:p>
      </dgm:t>
    </dgm:pt>
    <dgm:pt modelId="{AC285E77-1FA5-4F32-817D-59C6A36D8933}">
      <dgm:prSet/>
      <dgm:spPr/>
      <dgm:t>
        <a:bodyPr/>
        <a:lstStyle/>
        <a:p>
          <a:r>
            <a:rPr lang="en-US"/>
            <a:t>SIEM integration limits → JSON output + connector roadmap.</a:t>
          </a:r>
        </a:p>
      </dgm:t>
    </dgm:pt>
    <dgm:pt modelId="{EEDB51AD-F422-4768-9C68-526F3D249C7F}" type="parTrans" cxnId="{56F6746C-D7FD-42FF-9C74-D5C4596DD210}">
      <dgm:prSet/>
      <dgm:spPr/>
      <dgm:t>
        <a:bodyPr/>
        <a:lstStyle/>
        <a:p>
          <a:endParaRPr lang="en-US"/>
        </a:p>
      </dgm:t>
    </dgm:pt>
    <dgm:pt modelId="{40126C82-5270-4FF9-829E-54D49582B469}" type="sibTrans" cxnId="{56F6746C-D7FD-42FF-9C74-D5C4596DD210}">
      <dgm:prSet/>
      <dgm:spPr/>
      <dgm:t>
        <a:bodyPr/>
        <a:lstStyle/>
        <a:p>
          <a:endParaRPr lang="en-US"/>
        </a:p>
      </dgm:t>
    </dgm:pt>
    <dgm:pt modelId="{79E3D54E-BBD2-43AC-9A0F-D159A918A365}" type="pres">
      <dgm:prSet presAssocID="{8822290D-143B-4B95-A912-E976B82EBD9E}" presName="root" presStyleCnt="0">
        <dgm:presLayoutVars>
          <dgm:dir/>
          <dgm:resizeHandles val="exact"/>
        </dgm:presLayoutVars>
      </dgm:prSet>
      <dgm:spPr/>
    </dgm:pt>
    <dgm:pt modelId="{D58711F6-5D16-4CFE-875C-C1D558BF4EE3}" type="pres">
      <dgm:prSet presAssocID="{892C2DA9-031B-406A-BFAB-CC065AC91289}" presName="compNode" presStyleCnt="0"/>
      <dgm:spPr/>
    </dgm:pt>
    <dgm:pt modelId="{471E6D11-2135-44CF-B06C-B0E473727B0D}" type="pres">
      <dgm:prSet presAssocID="{892C2DA9-031B-406A-BFAB-CC065AC91289}" presName="bgRect" presStyleLbl="bgShp" presStyleIdx="0" presStyleCnt="4"/>
      <dgm:spPr/>
    </dgm:pt>
    <dgm:pt modelId="{BF8A9C63-CD73-45A4-9CD4-0510781897D8}" type="pres">
      <dgm:prSet presAssocID="{892C2DA9-031B-406A-BFAB-CC065AC9128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E44CF03-695B-4437-8238-CE78F9FAB1ED}" type="pres">
      <dgm:prSet presAssocID="{892C2DA9-031B-406A-BFAB-CC065AC91289}" presName="spaceRect" presStyleCnt="0"/>
      <dgm:spPr/>
    </dgm:pt>
    <dgm:pt modelId="{E94E92A4-01CB-48C8-81A1-CB18A91A2F91}" type="pres">
      <dgm:prSet presAssocID="{892C2DA9-031B-406A-BFAB-CC065AC91289}" presName="parTx" presStyleLbl="revTx" presStyleIdx="0" presStyleCnt="4">
        <dgm:presLayoutVars>
          <dgm:chMax val="0"/>
          <dgm:chPref val="0"/>
        </dgm:presLayoutVars>
      </dgm:prSet>
      <dgm:spPr/>
    </dgm:pt>
    <dgm:pt modelId="{EF3D5862-B2CB-4EB2-86D2-E6AC47B77A2B}" type="pres">
      <dgm:prSet presAssocID="{2DAC68BC-9A9A-480C-9D6C-28E8BDE07AD8}" presName="sibTrans" presStyleCnt="0"/>
      <dgm:spPr/>
    </dgm:pt>
    <dgm:pt modelId="{6ACCFA54-EA1A-4331-979D-2422A719CE34}" type="pres">
      <dgm:prSet presAssocID="{C25828D2-D898-4B7F-B3D6-5285FA879506}" presName="compNode" presStyleCnt="0"/>
      <dgm:spPr/>
    </dgm:pt>
    <dgm:pt modelId="{394D57E9-B7B9-4C0C-B327-6785C9BE7EC1}" type="pres">
      <dgm:prSet presAssocID="{C25828D2-D898-4B7F-B3D6-5285FA879506}" presName="bgRect" presStyleLbl="bgShp" presStyleIdx="1" presStyleCnt="4"/>
      <dgm:spPr/>
    </dgm:pt>
    <dgm:pt modelId="{39529145-8AED-4E41-978F-3B82E327BC2A}" type="pres">
      <dgm:prSet presAssocID="{C25828D2-D898-4B7F-B3D6-5285FA87950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68AFDFA-CCCB-49E2-B96E-22CE582EEC59}" type="pres">
      <dgm:prSet presAssocID="{C25828D2-D898-4B7F-B3D6-5285FA879506}" presName="spaceRect" presStyleCnt="0"/>
      <dgm:spPr/>
    </dgm:pt>
    <dgm:pt modelId="{F33DC9E8-14C2-4365-B0E5-CCD5CB71B239}" type="pres">
      <dgm:prSet presAssocID="{C25828D2-D898-4B7F-B3D6-5285FA879506}" presName="parTx" presStyleLbl="revTx" presStyleIdx="1" presStyleCnt="4">
        <dgm:presLayoutVars>
          <dgm:chMax val="0"/>
          <dgm:chPref val="0"/>
        </dgm:presLayoutVars>
      </dgm:prSet>
      <dgm:spPr/>
    </dgm:pt>
    <dgm:pt modelId="{8E3E1B58-E18D-443A-8B55-8504DF2D3E3A}" type="pres">
      <dgm:prSet presAssocID="{DE13C4F1-DC0D-461C-9B5F-A6A32795BE47}" presName="sibTrans" presStyleCnt="0"/>
      <dgm:spPr/>
    </dgm:pt>
    <dgm:pt modelId="{4D090CA8-70FC-482B-B241-A2D4AB051330}" type="pres">
      <dgm:prSet presAssocID="{3A78F590-9D9B-4E65-A7CC-B73B98439DDD}" presName="compNode" presStyleCnt="0"/>
      <dgm:spPr/>
    </dgm:pt>
    <dgm:pt modelId="{9FF93C20-637B-442E-9A55-DED79A896CF4}" type="pres">
      <dgm:prSet presAssocID="{3A78F590-9D9B-4E65-A7CC-B73B98439DDD}" presName="bgRect" presStyleLbl="bgShp" presStyleIdx="2" presStyleCnt="4"/>
      <dgm:spPr/>
    </dgm:pt>
    <dgm:pt modelId="{B28D40BB-D895-4A36-81F7-8508A60939B0}" type="pres">
      <dgm:prSet presAssocID="{3A78F590-9D9B-4E65-A7CC-B73B98439DD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088D91C-DC69-4494-9367-9DD278601850}" type="pres">
      <dgm:prSet presAssocID="{3A78F590-9D9B-4E65-A7CC-B73B98439DDD}" presName="spaceRect" presStyleCnt="0"/>
      <dgm:spPr/>
    </dgm:pt>
    <dgm:pt modelId="{0391FE44-172C-4C55-B65B-EE36D8A764C8}" type="pres">
      <dgm:prSet presAssocID="{3A78F590-9D9B-4E65-A7CC-B73B98439DDD}" presName="parTx" presStyleLbl="revTx" presStyleIdx="2" presStyleCnt="4">
        <dgm:presLayoutVars>
          <dgm:chMax val="0"/>
          <dgm:chPref val="0"/>
        </dgm:presLayoutVars>
      </dgm:prSet>
      <dgm:spPr/>
    </dgm:pt>
    <dgm:pt modelId="{3744B6F7-856C-4A1D-B1BE-9CE01D3BEE83}" type="pres">
      <dgm:prSet presAssocID="{F560E83D-C5A9-4578-A0A8-8035E7E06245}" presName="sibTrans" presStyleCnt="0"/>
      <dgm:spPr/>
    </dgm:pt>
    <dgm:pt modelId="{F3E8A929-B57E-4DF6-91F2-A73E665C1AAD}" type="pres">
      <dgm:prSet presAssocID="{AC285E77-1FA5-4F32-817D-59C6A36D8933}" presName="compNode" presStyleCnt="0"/>
      <dgm:spPr/>
    </dgm:pt>
    <dgm:pt modelId="{321EFD10-E095-4290-8EEC-D7CC1167A24D}" type="pres">
      <dgm:prSet presAssocID="{AC285E77-1FA5-4F32-817D-59C6A36D8933}" presName="bgRect" presStyleLbl="bgShp" presStyleIdx="3" presStyleCnt="4"/>
      <dgm:spPr/>
    </dgm:pt>
    <dgm:pt modelId="{4EE9ABBC-5051-45F7-BB4F-BDB669728A02}" type="pres">
      <dgm:prSet presAssocID="{AC285E77-1FA5-4F32-817D-59C6A36D893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AEB9B35-E36E-4D28-923C-2705119D0D13}" type="pres">
      <dgm:prSet presAssocID="{AC285E77-1FA5-4F32-817D-59C6A36D8933}" presName="spaceRect" presStyleCnt="0"/>
      <dgm:spPr/>
    </dgm:pt>
    <dgm:pt modelId="{75436C3E-2EFF-4FA0-87C8-5285C7F616C4}" type="pres">
      <dgm:prSet presAssocID="{AC285E77-1FA5-4F32-817D-59C6A36D893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6064806-AAF1-4E92-956B-E48D906AE361}" type="presOf" srcId="{AC285E77-1FA5-4F32-817D-59C6A36D8933}" destId="{75436C3E-2EFF-4FA0-87C8-5285C7F616C4}" srcOrd="0" destOrd="0" presId="urn:microsoft.com/office/officeart/2018/2/layout/IconVerticalSolidList"/>
    <dgm:cxn modelId="{EB56B60D-2F94-4B72-B510-53543A079668}" type="presOf" srcId="{8822290D-143B-4B95-A912-E976B82EBD9E}" destId="{79E3D54E-BBD2-43AC-9A0F-D159A918A365}" srcOrd="0" destOrd="0" presId="urn:microsoft.com/office/officeart/2018/2/layout/IconVerticalSolidList"/>
    <dgm:cxn modelId="{53B06659-A7F7-4C6D-89DA-407E175A5DB3}" type="presOf" srcId="{3A78F590-9D9B-4E65-A7CC-B73B98439DDD}" destId="{0391FE44-172C-4C55-B65B-EE36D8A764C8}" srcOrd="0" destOrd="0" presId="urn:microsoft.com/office/officeart/2018/2/layout/IconVerticalSolidList"/>
    <dgm:cxn modelId="{1AB51A5C-FAC0-421C-84B2-78ED5BB7DB05}" type="presOf" srcId="{C25828D2-D898-4B7F-B3D6-5285FA879506}" destId="{F33DC9E8-14C2-4365-B0E5-CCD5CB71B239}" srcOrd="0" destOrd="0" presId="urn:microsoft.com/office/officeart/2018/2/layout/IconVerticalSolidList"/>
    <dgm:cxn modelId="{56F6746C-D7FD-42FF-9C74-D5C4596DD210}" srcId="{8822290D-143B-4B95-A912-E976B82EBD9E}" destId="{AC285E77-1FA5-4F32-817D-59C6A36D8933}" srcOrd="3" destOrd="0" parTransId="{EEDB51AD-F422-4768-9C68-526F3D249C7F}" sibTransId="{40126C82-5270-4FF9-829E-54D49582B469}"/>
    <dgm:cxn modelId="{4471766D-1323-4F6F-BBAC-41695CFA1BB4}" type="presOf" srcId="{892C2DA9-031B-406A-BFAB-CC065AC91289}" destId="{E94E92A4-01CB-48C8-81A1-CB18A91A2F91}" srcOrd="0" destOrd="0" presId="urn:microsoft.com/office/officeart/2018/2/layout/IconVerticalSolidList"/>
    <dgm:cxn modelId="{3187828F-B9BA-4365-8CD9-EEF4026E6F79}" srcId="{8822290D-143B-4B95-A912-E976B82EBD9E}" destId="{892C2DA9-031B-406A-BFAB-CC065AC91289}" srcOrd="0" destOrd="0" parTransId="{C76D2E01-9251-4903-AFF9-D6C0F108585B}" sibTransId="{2DAC68BC-9A9A-480C-9D6C-28E8BDE07AD8}"/>
    <dgm:cxn modelId="{80CD7C9B-E077-446E-BCEB-79492F8E7861}" srcId="{8822290D-143B-4B95-A912-E976B82EBD9E}" destId="{C25828D2-D898-4B7F-B3D6-5285FA879506}" srcOrd="1" destOrd="0" parTransId="{A5A6056E-3A25-4FAA-9C87-42C98ACA4CA8}" sibTransId="{DE13C4F1-DC0D-461C-9B5F-A6A32795BE47}"/>
    <dgm:cxn modelId="{EF48C3C1-7AE4-4504-8127-7B5901A3D9AC}" srcId="{8822290D-143B-4B95-A912-E976B82EBD9E}" destId="{3A78F590-9D9B-4E65-A7CC-B73B98439DDD}" srcOrd="2" destOrd="0" parTransId="{F85C91B1-591E-4F3D-B822-AAE66E1CF0D9}" sibTransId="{F560E83D-C5A9-4578-A0A8-8035E7E06245}"/>
    <dgm:cxn modelId="{BB3A6FB8-4C92-4869-B32A-A1A2F0291730}" type="presParOf" srcId="{79E3D54E-BBD2-43AC-9A0F-D159A918A365}" destId="{D58711F6-5D16-4CFE-875C-C1D558BF4EE3}" srcOrd="0" destOrd="0" presId="urn:microsoft.com/office/officeart/2018/2/layout/IconVerticalSolidList"/>
    <dgm:cxn modelId="{CB66F2F2-D4A7-4EC8-A8E2-E79EAF03A984}" type="presParOf" srcId="{D58711F6-5D16-4CFE-875C-C1D558BF4EE3}" destId="{471E6D11-2135-44CF-B06C-B0E473727B0D}" srcOrd="0" destOrd="0" presId="urn:microsoft.com/office/officeart/2018/2/layout/IconVerticalSolidList"/>
    <dgm:cxn modelId="{2559CE3F-3647-4885-8C93-A9F8F6069C8E}" type="presParOf" srcId="{D58711F6-5D16-4CFE-875C-C1D558BF4EE3}" destId="{BF8A9C63-CD73-45A4-9CD4-0510781897D8}" srcOrd="1" destOrd="0" presId="urn:microsoft.com/office/officeart/2018/2/layout/IconVerticalSolidList"/>
    <dgm:cxn modelId="{B810EF5C-B59C-4DD3-8B78-9EAEB9009CBF}" type="presParOf" srcId="{D58711F6-5D16-4CFE-875C-C1D558BF4EE3}" destId="{2E44CF03-695B-4437-8238-CE78F9FAB1ED}" srcOrd="2" destOrd="0" presId="urn:microsoft.com/office/officeart/2018/2/layout/IconVerticalSolidList"/>
    <dgm:cxn modelId="{2501DDE3-6442-43DD-B6A6-64B5716AF6C0}" type="presParOf" srcId="{D58711F6-5D16-4CFE-875C-C1D558BF4EE3}" destId="{E94E92A4-01CB-48C8-81A1-CB18A91A2F91}" srcOrd="3" destOrd="0" presId="urn:microsoft.com/office/officeart/2018/2/layout/IconVerticalSolidList"/>
    <dgm:cxn modelId="{5F06DE12-C62C-42AF-BC8D-9F5EE1903942}" type="presParOf" srcId="{79E3D54E-BBD2-43AC-9A0F-D159A918A365}" destId="{EF3D5862-B2CB-4EB2-86D2-E6AC47B77A2B}" srcOrd="1" destOrd="0" presId="urn:microsoft.com/office/officeart/2018/2/layout/IconVerticalSolidList"/>
    <dgm:cxn modelId="{5F08513B-7F4F-4326-A6EA-7E8B19873216}" type="presParOf" srcId="{79E3D54E-BBD2-43AC-9A0F-D159A918A365}" destId="{6ACCFA54-EA1A-4331-979D-2422A719CE34}" srcOrd="2" destOrd="0" presId="urn:microsoft.com/office/officeart/2018/2/layout/IconVerticalSolidList"/>
    <dgm:cxn modelId="{94BB88B2-332C-46F0-B5D1-244EFEA40703}" type="presParOf" srcId="{6ACCFA54-EA1A-4331-979D-2422A719CE34}" destId="{394D57E9-B7B9-4C0C-B327-6785C9BE7EC1}" srcOrd="0" destOrd="0" presId="urn:microsoft.com/office/officeart/2018/2/layout/IconVerticalSolidList"/>
    <dgm:cxn modelId="{60E73AD5-D351-4A69-8CC1-E26966618148}" type="presParOf" srcId="{6ACCFA54-EA1A-4331-979D-2422A719CE34}" destId="{39529145-8AED-4E41-978F-3B82E327BC2A}" srcOrd="1" destOrd="0" presId="urn:microsoft.com/office/officeart/2018/2/layout/IconVerticalSolidList"/>
    <dgm:cxn modelId="{FCA4A5A8-8980-407B-9F50-3269AD65DB11}" type="presParOf" srcId="{6ACCFA54-EA1A-4331-979D-2422A719CE34}" destId="{D68AFDFA-CCCB-49E2-B96E-22CE582EEC59}" srcOrd="2" destOrd="0" presId="urn:microsoft.com/office/officeart/2018/2/layout/IconVerticalSolidList"/>
    <dgm:cxn modelId="{E89FFEF3-47B1-425C-9548-C74245EE3652}" type="presParOf" srcId="{6ACCFA54-EA1A-4331-979D-2422A719CE34}" destId="{F33DC9E8-14C2-4365-B0E5-CCD5CB71B239}" srcOrd="3" destOrd="0" presId="urn:microsoft.com/office/officeart/2018/2/layout/IconVerticalSolidList"/>
    <dgm:cxn modelId="{3EE92C94-A3E6-4598-B8B0-20F6D1F0698E}" type="presParOf" srcId="{79E3D54E-BBD2-43AC-9A0F-D159A918A365}" destId="{8E3E1B58-E18D-443A-8B55-8504DF2D3E3A}" srcOrd="3" destOrd="0" presId="urn:microsoft.com/office/officeart/2018/2/layout/IconVerticalSolidList"/>
    <dgm:cxn modelId="{FF5C8856-8993-4FAA-B989-84958AB20CEF}" type="presParOf" srcId="{79E3D54E-BBD2-43AC-9A0F-D159A918A365}" destId="{4D090CA8-70FC-482B-B241-A2D4AB051330}" srcOrd="4" destOrd="0" presId="urn:microsoft.com/office/officeart/2018/2/layout/IconVerticalSolidList"/>
    <dgm:cxn modelId="{95CE7BFD-3F80-421B-AE13-FAE495B73566}" type="presParOf" srcId="{4D090CA8-70FC-482B-B241-A2D4AB051330}" destId="{9FF93C20-637B-442E-9A55-DED79A896CF4}" srcOrd="0" destOrd="0" presId="urn:microsoft.com/office/officeart/2018/2/layout/IconVerticalSolidList"/>
    <dgm:cxn modelId="{91E7CD6C-0A6C-4703-9D90-5778602FC4C7}" type="presParOf" srcId="{4D090CA8-70FC-482B-B241-A2D4AB051330}" destId="{B28D40BB-D895-4A36-81F7-8508A60939B0}" srcOrd="1" destOrd="0" presId="urn:microsoft.com/office/officeart/2018/2/layout/IconVerticalSolidList"/>
    <dgm:cxn modelId="{BBC16AB2-5187-4E06-BFFD-0521BD478E52}" type="presParOf" srcId="{4D090CA8-70FC-482B-B241-A2D4AB051330}" destId="{F088D91C-DC69-4494-9367-9DD278601850}" srcOrd="2" destOrd="0" presId="urn:microsoft.com/office/officeart/2018/2/layout/IconVerticalSolidList"/>
    <dgm:cxn modelId="{FF80C253-A8EF-495D-8C35-9906E5DE0F2D}" type="presParOf" srcId="{4D090CA8-70FC-482B-B241-A2D4AB051330}" destId="{0391FE44-172C-4C55-B65B-EE36D8A764C8}" srcOrd="3" destOrd="0" presId="urn:microsoft.com/office/officeart/2018/2/layout/IconVerticalSolidList"/>
    <dgm:cxn modelId="{177D986B-FA6B-4F9E-9309-2D31465E72A3}" type="presParOf" srcId="{79E3D54E-BBD2-43AC-9A0F-D159A918A365}" destId="{3744B6F7-856C-4A1D-B1BE-9CE01D3BEE83}" srcOrd="5" destOrd="0" presId="urn:microsoft.com/office/officeart/2018/2/layout/IconVerticalSolidList"/>
    <dgm:cxn modelId="{5869C87A-9AB7-4872-9303-158BA9EDA828}" type="presParOf" srcId="{79E3D54E-BBD2-43AC-9A0F-D159A918A365}" destId="{F3E8A929-B57E-4DF6-91F2-A73E665C1AAD}" srcOrd="6" destOrd="0" presId="urn:microsoft.com/office/officeart/2018/2/layout/IconVerticalSolidList"/>
    <dgm:cxn modelId="{366DB100-DACA-4543-A29A-C80F4A06028E}" type="presParOf" srcId="{F3E8A929-B57E-4DF6-91F2-A73E665C1AAD}" destId="{321EFD10-E095-4290-8EEC-D7CC1167A24D}" srcOrd="0" destOrd="0" presId="urn:microsoft.com/office/officeart/2018/2/layout/IconVerticalSolidList"/>
    <dgm:cxn modelId="{8488F8FE-ECC7-4071-92E8-1CACF845A34B}" type="presParOf" srcId="{F3E8A929-B57E-4DF6-91F2-A73E665C1AAD}" destId="{4EE9ABBC-5051-45F7-BB4F-BDB669728A02}" srcOrd="1" destOrd="0" presId="urn:microsoft.com/office/officeart/2018/2/layout/IconVerticalSolidList"/>
    <dgm:cxn modelId="{20FE7267-DEE2-43A9-98B5-300D8CF71A25}" type="presParOf" srcId="{F3E8A929-B57E-4DF6-91F2-A73E665C1AAD}" destId="{4AEB9B35-E36E-4D28-923C-2705119D0D13}" srcOrd="2" destOrd="0" presId="urn:microsoft.com/office/officeart/2018/2/layout/IconVerticalSolidList"/>
    <dgm:cxn modelId="{EA2FD644-846F-4C20-B0CA-EE9B39C6C5D6}" type="presParOf" srcId="{F3E8A929-B57E-4DF6-91F2-A73E665C1AAD}" destId="{75436C3E-2EFF-4FA0-87C8-5285C7F616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93BE679-A38E-45C4-AA10-B71A559F5B76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3B00505-AE08-4CC7-BA4B-A8DBE8524956}">
      <dgm:prSet/>
      <dgm:spPr/>
      <dgm:t>
        <a:bodyPr/>
        <a:lstStyle/>
        <a:p>
          <a:r>
            <a:rPr lang="en-US" dirty="0"/>
            <a:t>CNN-based feature learning for zero-day attacks.</a:t>
          </a:r>
        </a:p>
      </dgm:t>
    </dgm:pt>
    <dgm:pt modelId="{0BD6EE5B-5F8B-45D8-8DD1-B61D0FC92C15}" type="parTrans" cxnId="{01EAD757-6DAB-43B1-BC31-E323CFE57591}">
      <dgm:prSet/>
      <dgm:spPr/>
      <dgm:t>
        <a:bodyPr/>
        <a:lstStyle/>
        <a:p>
          <a:endParaRPr lang="en-US"/>
        </a:p>
      </dgm:t>
    </dgm:pt>
    <dgm:pt modelId="{F6386B29-2BCF-4866-ABFF-2841A76A05CA}" type="sibTrans" cxnId="{01EAD757-6DAB-43B1-BC31-E323CFE57591}">
      <dgm:prSet/>
      <dgm:spPr/>
      <dgm:t>
        <a:bodyPr/>
        <a:lstStyle/>
        <a:p>
          <a:endParaRPr lang="en-US"/>
        </a:p>
      </dgm:t>
    </dgm:pt>
    <dgm:pt modelId="{4BD7C40D-08E5-43CD-92EE-F5F423DE84DF}">
      <dgm:prSet/>
      <dgm:spPr/>
      <dgm:t>
        <a:bodyPr/>
        <a:lstStyle/>
        <a:p>
          <a:r>
            <a:rPr lang="en-US" dirty="0"/>
            <a:t>Adaptive decision thresholds based on network baselines.</a:t>
          </a:r>
        </a:p>
      </dgm:t>
    </dgm:pt>
    <dgm:pt modelId="{A73AC9A2-1BA7-49F2-B9E9-A868C3B39835}" type="parTrans" cxnId="{0B47178E-E941-4652-AEB9-A7C9C1AB8196}">
      <dgm:prSet/>
      <dgm:spPr/>
      <dgm:t>
        <a:bodyPr/>
        <a:lstStyle/>
        <a:p>
          <a:endParaRPr lang="en-US"/>
        </a:p>
      </dgm:t>
    </dgm:pt>
    <dgm:pt modelId="{1141959D-6CF7-45F9-932B-ABD0D3D3346C}" type="sibTrans" cxnId="{0B47178E-E941-4652-AEB9-A7C9C1AB8196}">
      <dgm:prSet/>
      <dgm:spPr/>
      <dgm:t>
        <a:bodyPr/>
        <a:lstStyle/>
        <a:p>
          <a:endParaRPr lang="en-US"/>
        </a:p>
      </dgm:t>
    </dgm:pt>
    <dgm:pt modelId="{6F2F00CB-08D2-4F6A-BC27-CEBFE420C83F}">
      <dgm:prSet/>
      <dgm:spPr/>
      <dgm:t>
        <a:bodyPr/>
        <a:lstStyle/>
        <a:p>
          <a:r>
            <a:rPr lang="en-US" dirty="0"/>
            <a:t>Native Splunk / Elastic connectors for alert ingestion.</a:t>
          </a:r>
        </a:p>
      </dgm:t>
    </dgm:pt>
    <dgm:pt modelId="{F7728F4A-4232-4836-AEDE-C7A9C378A8AD}" type="parTrans" cxnId="{A0CAE52F-9D80-4D46-8192-330F3A8150C8}">
      <dgm:prSet/>
      <dgm:spPr/>
      <dgm:t>
        <a:bodyPr/>
        <a:lstStyle/>
        <a:p>
          <a:endParaRPr lang="en-US"/>
        </a:p>
      </dgm:t>
    </dgm:pt>
    <dgm:pt modelId="{D60BA068-8095-4575-A082-D60E4CECDC3A}" type="sibTrans" cxnId="{A0CAE52F-9D80-4D46-8192-330F3A8150C8}">
      <dgm:prSet/>
      <dgm:spPr/>
      <dgm:t>
        <a:bodyPr/>
        <a:lstStyle/>
        <a:p>
          <a:endParaRPr lang="en-US"/>
        </a:p>
      </dgm:t>
    </dgm:pt>
    <dgm:pt modelId="{4EA990C3-4ABB-42F3-829D-B1DBCFCEB577}">
      <dgm:prSet/>
      <dgm:spPr/>
      <dgm:t>
        <a:bodyPr/>
        <a:lstStyle/>
        <a:p>
          <a:r>
            <a:rPr lang="en-US" dirty="0"/>
            <a:t>Edge deployment via </a:t>
          </a:r>
          <a:r>
            <a:rPr lang="en-US" dirty="0" err="1"/>
            <a:t>WebAssembly</a:t>
          </a:r>
          <a:r>
            <a:rPr lang="en-US" dirty="0"/>
            <a:t> (&lt;10 </a:t>
          </a:r>
          <a:r>
            <a:rPr lang="en-US" dirty="0" err="1"/>
            <a:t>ms</a:t>
          </a:r>
          <a:r>
            <a:rPr lang="en-US" dirty="0"/>
            <a:t> hop latency).</a:t>
          </a:r>
        </a:p>
      </dgm:t>
    </dgm:pt>
    <dgm:pt modelId="{62A556F3-BF77-4239-8E44-F21FCC9197C8}" type="parTrans" cxnId="{BF19BC4C-2900-4A08-B495-75BE50FE013B}">
      <dgm:prSet/>
      <dgm:spPr/>
      <dgm:t>
        <a:bodyPr/>
        <a:lstStyle/>
        <a:p>
          <a:endParaRPr lang="en-US"/>
        </a:p>
      </dgm:t>
    </dgm:pt>
    <dgm:pt modelId="{ECA7DB8C-7DF9-40B5-8D23-62A5D56AA4CB}" type="sibTrans" cxnId="{BF19BC4C-2900-4A08-B495-75BE50FE013B}">
      <dgm:prSet/>
      <dgm:spPr/>
      <dgm:t>
        <a:bodyPr/>
        <a:lstStyle/>
        <a:p>
          <a:endParaRPr lang="en-US"/>
        </a:p>
      </dgm:t>
    </dgm:pt>
    <dgm:pt modelId="{D9D1B160-8E02-5842-B8CB-F34A669DB898}" type="pres">
      <dgm:prSet presAssocID="{E93BE679-A38E-45C4-AA10-B71A559F5B76}" presName="vert0" presStyleCnt="0">
        <dgm:presLayoutVars>
          <dgm:dir/>
          <dgm:animOne val="branch"/>
          <dgm:animLvl val="lvl"/>
        </dgm:presLayoutVars>
      </dgm:prSet>
      <dgm:spPr/>
    </dgm:pt>
    <dgm:pt modelId="{34A8C5AD-C1B6-2B43-BB83-7C96A99F8F37}" type="pres">
      <dgm:prSet presAssocID="{93B00505-AE08-4CC7-BA4B-A8DBE8524956}" presName="thickLine" presStyleLbl="alignNode1" presStyleIdx="0" presStyleCnt="4"/>
      <dgm:spPr/>
    </dgm:pt>
    <dgm:pt modelId="{5C364626-F76A-344B-9B3B-CC0BFBAFC7ED}" type="pres">
      <dgm:prSet presAssocID="{93B00505-AE08-4CC7-BA4B-A8DBE8524956}" presName="horz1" presStyleCnt="0"/>
      <dgm:spPr/>
    </dgm:pt>
    <dgm:pt modelId="{D78D1D11-E18A-6D4C-A3BC-E00A62AAD777}" type="pres">
      <dgm:prSet presAssocID="{93B00505-AE08-4CC7-BA4B-A8DBE8524956}" presName="tx1" presStyleLbl="revTx" presStyleIdx="0" presStyleCnt="4"/>
      <dgm:spPr/>
    </dgm:pt>
    <dgm:pt modelId="{4C69A836-AF85-4D42-98A6-B03B76276430}" type="pres">
      <dgm:prSet presAssocID="{93B00505-AE08-4CC7-BA4B-A8DBE8524956}" presName="vert1" presStyleCnt="0"/>
      <dgm:spPr/>
    </dgm:pt>
    <dgm:pt modelId="{93713D77-348F-6641-BFA7-92E319E20F16}" type="pres">
      <dgm:prSet presAssocID="{4BD7C40D-08E5-43CD-92EE-F5F423DE84DF}" presName="thickLine" presStyleLbl="alignNode1" presStyleIdx="1" presStyleCnt="4"/>
      <dgm:spPr/>
    </dgm:pt>
    <dgm:pt modelId="{8A8C0AE0-D3D3-A743-8C54-CEA9F3FDD43C}" type="pres">
      <dgm:prSet presAssocID="{4BD7C40D-08E5-43CD-92EE-F5F423DE84DF}" presName="horz1" presStyleCnt="0"/>
      <dgm:spPr/>
    </dgm:pt>
    <dgm:pt modelId="{BD6C5B3A-CA19-E44D-ABE5-C64BFB93381D}" type="pres">
      <dgm:prSet presAssocID="{4BD7C40D-08E5-43CD-92EE-F5F423DE84DF}" presName="tx1" presStyleLbl="revTx" presStyleIdx="1" presStyleCnt="4"/>
      <dgm:spPr/>
    </dgm:pt>
    <dgm:pt modelId="{0968EA0D-9E67-764F-AC66-52C784A51F43}" type="pres">
      <dgm:prSet presAssocID="{4BD7C40D-08E5-43CD-92EE-F5F423DE84DF}" presName="vert1" presStyleCnt="0"/>
      <dgm:spPr/>
    </dgm:pt>
    <dgm:pt modelId="{3A7C3B8B-AF62-D449-9783-F89DE448F27F}" type="pres">
      <dgm:prSet presAssocID="{6F2F00CB-08D2-4F6A-BC27-CEBFE420C83F}" presName="thickLine" presStyleLbl="alignNode1" presStyleIdx="2" presStyleCnt="4"/>
      <dgm:spPr/>
    </dgm:pt>
    <dgm:pt modelId="{C7FE5866-97E6-1B45-947E-B76E6AF20E54}" type="pres">
      <dgm:prSet presAssocID="{6F2F00CB-08D2-4F6A-BC27-CEBFE420C83F}" presName="horz1" presStyleCnt="0"/>
      <dgm:spPr/>
    </dgm:pt>
    <dgm:pt modelId="{CEEB46AA-6144-CD4E-A04F-E2EFD7DE6FFE}" type="pres">
      <dgm:prSet presAssocID="{6F2F00CB-08D2-4F6A-BC27-CEBFE420C83F}" presName="tx1" presStyleLbl="revTx" presStyleIdx="2" presStyleCnt="4"/>
      <dgm:spPr/>
    </dgm:pt>
    <dgm:pt modelId="{A27D9A91-AE44-CD43-ABAF-B87A5A969C8D}" type="pres">
      <dgm:prSet presAssocID="{6F2F00CB-08D2-4F6A-BC27-CEBFE420C83F}" presName="vert1" presStyleCnt="0"/>
      <dgm:spPr/>
    </dgm:pt>
    <dgm:pt modelId="{33FB2C39-9695-E84A-A5C6-05980248B7C2}" type="pres">
      <dgm:prSet presAssocID="{4EA990C3-4ABB-42F3-829D-B1DBCFCEB577}" presName="thickLine" presStyleLbl="alignNode1" presStyleIdx="3" presStyleCnt="4"/>
      <dgm:spPr/>
    </dgm:pt>
    <dgm:pt modelId="{774E0E97-20AD-EC46-8C8D-46A5574F82F5}" type="pres">
      <dgm:prSet presAssocID="{4EA990C3-4ABB-42F3-829D-B1DBCFCEB577}" presName="horz1" presStyleCnt="0"/>
      <dgm:spPr/>
    </dgm:pt>
    <dgm:pt modelId="{35842AFF-AC2C-FF4A-B400-FCB6D3A58F12}" type="pres">
      <dgm:prSet presAssocID="{4EA990C3-4ABB-42F3-829D-B1DBCFCEB577}" presName="tx1" presStyleLbl="revTx" presStyleIdx="3" presStyleCnt="4"/>
      <dgm:spPr/>
    </dgm:pt>
    <dgm:pt modelId="{EFEED163-0097-2942-A998-FBAF44D90C80}" type="pres">
      <dgm:prSet presAssocID="{4EA990C3-4ABB-42F3-829D-B1DBCFCEB577}" presName="vert1" presStyleCnt="0"/>
      <dgm:spPr/>
    </dgm:pt>
  </dgm:ptLst>
  <dgm:cxnLst>
    <dgm:cxn modelId="{A0CAE52F-9D80-4D46-8192-330F3A8150C8}" srcId="{E93BE679-A38E-45C4-AA10-B71A559F5B76}" destId="{6F2F00CB-08D2-4F6A-BC27-CEBFE420C83F}" srcOrd="2" destOrd="0" parTransId="{F7728F4A-4232-4836-AEDE-C7A9C378A8AD}" sibTransId="{D60BA068-8095-4575-A082-D60E4CECDC3A}"/>
    <dgm:cxn modelId="{62E4E040-9FAD-3342-A178-2F8B3CE03C8A}" type="presOf" srcId="{E93BE679-A38E-45C4-AA10-B71A559F5B76}" destId="{D9D1B160-8E02-5842-B8CB-F34A669DB898}" srcOrd="0" destOrd="0" presId="urn:microsoft.com/office/officeart/2008/layout/LinedList"/>
    <dgm:cxn modelId="{BF19BC4C-2900-4A08-B495-75BE50FE013B}" srcId="{E93BE679-A38E-45C4-AA10-B71A559F5B76}" destId="{4EA990C3-4ABB-42F3-829D-B1DBCFCEB577}" srcOrd="3" destOrd="0" parTransId="{62A556F3-BF77-4239-8E44-F21FCC9197C8}" sibTransId="{ECA7DB8C-7DF9-40B5-8D23-62A5D56AA4CB}"/>
    <dgm:cxn modelId="{01EAD757-6DAB-43B1-BC31-E323CFE57591}" srcId="{E93BE679-A38E-45C4-AA10-B71A559F5B76}" destId="{93B00505-AE08-4CC7-BA4B-A8DBE8524956}" srcOrd="0" destOrd="0" parTransId="{0BD6EE5B-5F8B-45D8-8DD1-B61D0FC92C15}" sibTransId="{F6386B29-2BCF-4866-ABFF-2841A76A05CA}"/>
    <dgm:cxn modelId="{2E00A482-CB74-1C46-A271-90C62DA3B7B6}" type="presOf" srcId="{6F2F00CB-08D2-4F6A-BC27-CEBFE420C83F}" destId="{CEEB46AA-6144-CD4E-A04F-E2EFD7DE6FFE}" srcOrd="0" destOrd="0" presId="urn:microsoft.com/office/officeart/2008/layout/LinedList"/>
    <dgm:cxn modelId="{0B47178E-E941-4652-AEB9-A7C9C1AB8196}" srcId="{E93BE679-A38E-45C4-AA10-B71A559F5B76}" destId="{4BD7C40D-08E5-43CD-92EE-F5F423DE84DF}" srcOrd="1" destOrd="0" parTransId="{A73AC9A2-1BA7-49F2-B9E9-A868C3B39835}" sibTransId="{1141959D-6CF7-45F9-932B-ABD0D3D3346C}"/>
    <dgm:cxn modelId="{DFB205C1-0147-D64D-89A0-060C586AED7F}" type="presOf" srcId="{4BD7C40D-08E5-43CD-92EE-F5F423DE84DF}" destId="{BD6C5B3A-CA19-E44D-ABE5-C64BFB93381D}" srcOrd="0" destOrd="0" presId="urn:microsoft.com/office/officeart/2008/layout/LinedList"/>
    <dgm:cxn modelId="{F9E71CEF-52E6-1D4F-A21C-CFE8CD6980C1}" type="presOf" srcId="{93B00505-AE08-4CC7-BA4B-A8DBE8524956}" destId="{D78D1D11-E18A-6D4C-A3BC-E00A62AAD777}" srcOrd="0" destOrd="0" presId="urn:microsoft.com/office/officeart/2008/layout/LinedList"/>
    <dgm:cxn modelId="{0DC9B6F7-B121-5544-8242-3F47ADB7E813}" type="presOf" srcId="{4EA990C3-4ABB-42F3-829D-B1DBCFCEB577}" destId="{35842AFF-AC2C-FF4A-B400-FCB6D3A58F12}" srcOrd="0" destOrd="0" presId="urn:microsoft.com/office/officeart/2008/layout/LinedList"/>
    <dgm:cxn modelId="{C7DFFF0C-3DFC-A249-AAEF-9079C65E1DF6}" type="presParOf" srcId="{D9D1B160-8E02-5842-B8CB-F34A669DB898}" destId="{34A8C5AD-C1B6-2B43-BB83-7C96A99F8F37}" srcOrd="0" destOrd="0" presId="urn:microsoft.com/office/officeart/2008/layout/LinedList"/>
    <dgm:cxn modelId="{3066BEE0-4CE6-8B45-9A19-2A056D66DADB}" type="presParOf" srcId="{D9D1B160-8E02-5842-B8CB-F34A669DB898}" destId="{5C364626-F76A-344B-9B3B-CC0BFBAFC7ED}" srcOrd="1" destOrd="0" presId="urn:microsoft.com/office/officeart/2008/layout/LinedList"/>
    <dgm:cxn modelId="{6A7F5A0F-B09E-754A-A717-A296A6CF47FC}" type="presParOf" srcId="{5C364626-F76A-344B-9B3B-CC0BFBAFC7ED}" destId="{D78D1D11-E18A-6D4C-A3BC-E00A62AAD777}" srcOrd="0" destOrd="0" presId="urn:microsoft.com/office/officeart/2008/layout/LinedList"/>
    <dgm:cxn modelId="{AC3C8AB2-FD72-EE4D-858B-3D95B8AD559A}" type="presParOf" srcId="{5C364626-F76A-344B-9B3B-CC0BFBAFC7ED}" destId="{4C69A836-AF85-4D42-98A6-B03B76276430}" srcOrd="1" destOrd="0" presId="urn:microsoft.com/office/officeart/2008/layout/LinedList"/>
    <dgm:cxn modelId="{14A50535-D3E3-284A-B85F-792ED3FD55E4}" type="presParOf" srcId="{D9D1B160-8E02-5842-B8CB-F34A669DB898}" destId="{93713D77-348F-6641-BFA7-92E319E20F16}" srcOrd="2" destOrd="0" presId="urn:microsoft.com/office/officeart/2008/layout/LinedList"/>
    <dgm:cxn modelId="{E6FB8272-20A3-4148-B3A9-F5D003A719C3}" type="presParOf" srcId="{D9D1B160-8E02-5842-B8CB-F34A669DB898}" destId="{8A8C0AE0-D3D3-A743-8C54-CEA9F3FDD43C}" srcOrd="3" destOrd="0" presId="urn:microsoft.com/office/officeart/2008/layout/LinedList"/>
    <dgm:cxn modelId="{2FBDFCF2-F62C-0146-A603-3B3B43BEFE0D}" type="presParOf" srcId="{8A8C0AE0-D3D3-A743-8C54-CEA9F3FDD43C}" destId="{BD6C5B3A-CA19-E44D-ABE5-C64BFB93381D}" srcOrd="0" destOrd="0" presId="urn:microsoft.com/office/officeart/2008/layout/LinedList"/>
    <dgm:cxn modelId="{6D0D5B2E-55AC-764A-AB2B-37CF1980687E}" type="presParOf" srcId="{8A8C0AE0-D3D3-A743-8C54-CEA9F3FDD43C}" destId="{0968EA0D-9E67-764F-AC66-52C784A51F43}" srcOrd="1" destOrd="0" presId="urn:microsoft.com/office/officeart/2008/layout/LinedList"/>
    <dgm:cxn modelId="{451BCDB1-9F24-654D-8416-5D013760560D}" type="presParOf" srcId="{D9D1B160-8E02-5842-B8CB-F34A669DB898}" destId="{3A7C3B8B-AF62-D449-9783-F89DE448F27F}" srcOrd="4" destOrd="0" presId="urn:microsoft.com/office/officeart/2008/layout/LinedList"/>
    <dgm:cxn modelId="{8CF01815-FFAC-E246-9345-B50FEFC9BD1D}" type="presParOf" srcId="{D9D1B160-8E02-5842-B8CB-F34A669DB898}" destId="{C7FE5866-97E6-1B45-947E-B76E6AF20E54}" srcOrd="5" destOrd="0" presId="urn:microsoft.com/office/officeart/2008/layout/LinedList"/>
    <dgm:cxn modelId="{116B5202-3394-854D-AD28-32FC4EC9F435}" type="presParOf" srcId="{C7FE5866-97E6-1B45-947E-B76E6AF20E54}" destId="{CEEB46AA-6144-CD4E-A04F-E2EFD7DE6FFE}" srcOrd="0" destOrd="0" presId="urn:microsoft.com/office/officeart/2008/layout/LinedList"/>
    <dgm:cxn modelId="{DB246837-94BF-694E-9B99-DF30EC4435BE}" type="presParOf" srcId="{C7FE5866-97E6-1B45-947E-B76E6AF20E54}" destId="{A27D9A91-AE44-CD43-ABAF-B87A5A969C8D}" srcOrd="1" destOrd="0" presId="urn:microsoft.com/office/officeart/2008/layout/LinedList"/>
    <dgm:cxn modelId="{5CF095EE-62D5-6744-9C8C-FE84985FB3B9}" type="presParOf" srcId="{D9D1B160-8E02-5842-B8CB-F34A669DB898}" destId="{33FB2C39-9695-E84A-A5C6-05980248B7C2}" srcOrd="6" destOrd="0" presId="urn:microsoft.com/office/officeart/2008/layout/LinedList"/>
    <dgm:cxn modelId="{FB96C217-8B69-5B43-A1F3-38EA3B18A234}" type="presParOf" srcId="{D9D1B160-8E02-5842-B8CB-F34A669DB898}" destId="{774E0E97-20AD-EC46-8C8D-46A5574F82F5}" srcOrd="7" destOrd="0" presId="urn:microsoft.com/office/officeart/2008/layout/LinedList"/>
    <dgm:cxn modelId="{F633411D-6F32-9141-92FB-B43CF36EBD97}" type="presParOf" srcId="{774E0E97-20AD-EC46-8C8D-46A5574F82F5}" destId="{35842AFF-AC2C-FF4A-B400-FCB6D3A58F12}" srcOrd="0" destOrd="0" presId="urn:microsoft.com/office/officeart/2008/layout/LinedList"/>
    <dgm:cxn modelId="{6F8257FF-564D-A048-8E8C-29736B27C098}" type="presParOf" srcId="{774E0E97-20AD-EC46-8C8D-46A5574F82F5}" destId="{EFEED163-0097-2942-A998-FBAF44D90C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BDE7AB5-0378-4592-8D87-364C52DEF43E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8CC5543-AE62-4680-A019-FF5F391581AE}">
      <dgm:prSet/>
      <dgm:spPr/>
      <dgm:t>
        <a:bodyPr/>
        <a:lstStyle/>
        <a:p>
          <a:r>
            <a:rPr lang="en-US"/>
            <a:t>Prototype meets enterprise performance &amp; accuracy targets.</a:t>
          </a:r>
        </a:p>
      </dgm:t>
    </dgm:pt>
    <dgm:pt modelId="{5E3B643D-675E-49A8-9202-B487C799EEFA}" type="parTrans" cxnId="{3EECC892-66AE-4DA7-BC27-5D0AFBEA1E78}">
      <dgm:prSet/>
      <dgm:spPr/>
      <dgm:t>
        <a:bodyPr/>
        <a:lstStyle/>
        <a:p>
          <a:endParaRPr lang="en-US"/>
        </a:p>
      </dgm:t>
    </dgm:pt>
    <dgm:pt modelId="{2CA40F54-3BEA-4589-AF69-1C1DF840D372}" type="sibTrans" cxnId="{3EECC892-66AE-4DA7-BC27-5D0AFBEA1E78}">
      <dgm:prSet/>
      <dgm:spPr/>
      <dgm:t>
        <a:bodyPr/>
        <a:lstStyle/>
        <a:p>
          <a:endParaRPr lang="en-US"/>
        </a:p>
      </dgm:t>
    </dgm:pt>
    <dgm:pt modelId="{6BD7AEE3-B5F8-40C2-B76E-5A78C6A8BEE0}">
      <dgm:prSet/>
      <dgm:spPr/>
      <dgm:t>
        <a:bodyPr/>
        <a:lstStyle/>
        <a:p>
          <a:r>
            <a:rPr lang="en-US"/>
            <a:t>Modular architecture enables rapid academic experimentation.</a:t>
          </a:r>
        </a:p>
      </dgm:t>
    </dgm:pt>
    <dgm:pt modelId="{D2820721-BE0B-451C-BAF7-A172510CECF6}" type="parTrans" cxnId="{2E56947E-42E5-449D-8771-E739FC1A4FA7}">
      <dgm:prSet/>
      <dgm:spPr/>
      <dgm:t>
        <a:bodyPr/>
        <a:lstStyle/>
        <a:p>
          <a:endParaRPr lang="en-US"/>
        </a:p>
      </dgm:t>
    </dgm:pt>
    <dgm:pt modelId="{60872370-EC5E-4525-BCA9-05DDC5419323}" type="sibTrans" cxnId="{2E56947E-42E5-449D-8771-E739FC1A4FA7}">
      <dgm:prSet/>
      <dgm:spPr/>
      <dgm:t>
        <a:bodyPr/>
        <a:lstStyle/>
        <a:p>
          <a:endParaRPr lang="en-US"/>
        </a:p>
      </dgm:t>
    </dgm:pt>
    <dgm:pt modelId="{39B9DF41-53C0-460D-AE7C-EE77F08F2570}">
      <dgm:prSet/>
      <dgm:spPr/>
      <dgm:t>
        <a:bodyPr/>
        <a:lstStyle/>
        <a:p>
          <a:r>
            <a:rPr lang="en-US"/>
            <a:t>Open-source stack on commodity hardware → accessible research.</a:t>
          </a:r>
        </a:p>
      </dgm:t>
    </dgm:pt>
    <dgm:pt modelId="{D080E471-D71D-4F0E-ADE5-A6FE118F193F}" type="parTrans" cxnId="{F49FC00E-852E-4B23-9285-409FE4D2C670}">
      <dgm:prSet/>
      <dgm:spPr/>
      <dgm:t>
        <a:bodyPr/>
        <a:lstStyle/>
        <a:p>
          <a:endParaRPr lang="en-US"/>
        </a:p>
      </dgm:t>
    </dgm:pt>
    <dgm:pt modelId="{94935560-EC46-40AF-9277-A502F5945795}" type="sibTrans" cxnId="{F49FC00E-852E-4B23-9285-409FE4D2C670}">
      <dgm:prSet/>
      <dgm:spPr/>
      <dgm:t>
        <a:bodyPr/>
        <a:lstStyle/>
        <a:p>
          <a:endParaRPr lang="en-US"/>
        </a:p>
      </dgm:t>
    </dgm:pt>
    <dgm:pt modelId="{5445C461-6D5A-465A-AEEB-89BDEE4B05B3}">
      <dgm:prSet/>
      <dgm:spPr/>
      <dgm:t>
        <a:bodyPr/>
        <a:lstStyle/>
        <a:p>
          <a:r>
            <a:rPr lang="en-US"/>
            <a:t>Foundation for advanced real-time network threat detection.</a:t>
          </a:r>
        </a:p>
      </dgm:t>
    </dgm:pt>
    <dgm:pt modelId="{ED4B4255-7BBA-49D9-82F3-59C30459B2B1}" type="parTrans" cxnId="{44325BE4-F280-4167-AF2C-156A423D698E}">
      <dgm:prSet/>
      <dgm:spPr/>
      <dgm:t>
        <a:bodyPr/>
        <a:lstStyle/>
        <a:p>
          <a:endParaRPr lang="en-US"/>
        </a:p>
      </dgm:t>
    </dgm:pt>
    <dgm:pt modelId="{86E324A5-C300-4E52-A591-F1FBB23698C2}" type="sibTrans" cxnId="{44325BE4-F280-4167-AF2C-156A423D698E}">
      <dgm:prSet/>
      <dgm:spPr/>
      <dgm:t>
        <a:bodyPr/>
        <a:lstStyle/>
        <a:p>
          <a:endParaRPr lang="en-US"/>
        </a:p>
      </dgm:t>
    </dgm:pt>
    <dgm:pt modelId="{01830FD0-3968-A049-BF24-59CA565B7A3B}" type="pres">
      <dgm:prSet presAssocID="{2BDE7AB5-0378-4592-8D87-364C52DEF43E}" presName="vert0" presStyleCnt="0">
        <dgm:presLayoutVars>
          <dgm:dir/>
          <dgm:animOne val="branch"/>
          <dgm:animLvl val="lvl"/>
        </dgm:presLayoutVars>
      </dgm:prSet>
      <dgm:spPr/>
    </dgm:pt>
    <dgm:pt modelId="{97C66A44-203F-DB4A-89F8-EC884BA1B4BB}" type="pres">
      <dgm:prSet presAssocID="{68CC5543-AE62-4680-A019-FF5F391581AE}" presName="thickLine" presStyleLbl="alignNode1" presStyleIdx="0" presStyleCnt="4"/>
      <dgm:spPr/>
    </dgm:pt>
    <dgm:pt modelId="{937D04FB-7083-1048-A4D3-8177EA4879C4}" type="pres">
      <dgm:prSet presAssocID="{68CC5543-AE62-4680-A019-FF5F391581AE}" presName="horz1" presStyleCnt="0"/>
      <dgm:spPr/>
    </dgm:pt>
    <dgm:pt modelId="{1B7D323F-7E9D-6D49-9CE0-0150725B1DD3}" type="pres">
      <dgm:prSet presAssocID="{68CC5543-AE62-4680-A019-FF5F391581AE}" presName="tx1" presStyleLbl="revTx" presStyleIdx="0" presStyleCnt="4"/>
      <dgm:spPr/>
    </dgm:pt>
    <dgm:pt modelId="{8C35EF48-8932-5A4D-89CD-49EDEE737140}" type="pres">
      <dgm:prSet presAssocID="{68CC5543-AE62-4680-A019-FF5F391581AE}" presName="vert1" presStyleCnt="0"/>
      <dgm:spPr/>
    </dgm:pt>
    <dgm:pt modelId="{9FE19132-2814-7040-9D96-F613C6C4C219}" type="pres">
      <dgm:prSet presAssocID="{6BD7AEE3-B5F8-40C2-B76E-5A78C6A8BEE0}" presName="thickLine" presStyleLbl="alignNode1" presStyleIdx="1" presStyleCnt="4"/>
      <dgm:spPr/>
    </dgm:pt>
    <dgm:pt modelId="{DC62099D-689C-2D44-830B-61B437455EE9}" type="pres">
      <dgm:prSet presAssocID="{6BD7AEE3-B5F8-40C2-B76E-5A78C6A8BEE0}" presName="horz1" presStyleCnt="0"/>
      <dgm:spPr/>
    </dgm:pt>
    <dgm:pt modelId="{227CD5C5-4551-1F4D-93E6-783C35EB2305}" type="pres">
      <dgm:prSet presAssocID="{6BD7AEE3-B5F8-40C2-B76E-5A78C6A8BEE0}" presName="tx1" presStyleLbl="revTx" presStyleIdx="1" presStyleCnt="4"/>
      <dgm:spPr/>
    </dgm:pt>
    <dgm:pt modelId="{6BFBD6C3-5A68-FC4D-B027-77669D1B4278}" type="pres">
      <dgm:prSet presAssocID="{6BD7AEE3-B5F8-40C2-B76E-5A78C6A8BEE0}" presName="vert1" presStyleCnt="0"/>
      <dgm:spPr/>
    </dgm:pt>
    <dgm:pt modelId="{57557FF1-9A6E-9A4C-8158-660AA5336C67}" type="pres">
      <dgm:prSet presAssocID="{39B9DF41-53C0-460D-AE7C-EE77F08F2570}" presName="thickLine" presStyleLbl="alignNode1" presStyleIdx="2" presStyleCnt="4"/>
      <dgm:spPr/>
    </dgm:pt>
    <dgm:pt modelId="{55B35950-07CC-A84B-9D3E-4E8DA611D452}" type="pres">
      <dgm:prSet presAssocID="{39B9DF41-53C0-460D-AE7C-EE77F08F2570}" presName="horz1" presStyleCnt="0"/>
      <dgm:spPr/>
    </dgm:pt>
    <dgm:pt modelId="{C9E8375E-71A3-3044-9E23-DE124AA73C61}" type="pres">
      <dgm:prSet presAssocID="{39B9DF41-53C0-460D-AE7C-EE77F08F2570}" presName="tx1" presStyleLbl="revTx" presStyleIdx="2" presStyleCnt="4"/>
      <dgm:spPr/>
    </dgm:pt>
    <dgm:pt modelId="{8FA66AD5-B174-C34A-B82F-D1DC5D5CFBC1}" type="pres">
      <dgm:prSet presAssocID="{39B9DF41-53C0-460D-AE7C-EE77F08F2570}" presName="vert1" presStyleCnt="0"/>
      <dgm:spPr/>
    </dgm:pt>
    <dgm:pt modelId="{F61CBE3E-4977-A240-8694-2F284402E896}" type="pres">
      <dgm:prSet presAssocID="{5445C461-6D5A-465A-AEEB-89BDEE4B05B3}" presName="thickLine" presStyleLbl="alignNode1" presStyleIdx="3" presStyleCnt="4"/>
      <dgm:spPr/>
    </dgm:pt>
    <dgm:pt modelId="{28191E31-B35F-E140-B634-B22391DEB414}" type="pres">
      <dgm:prSet presAssocID="{5445C461-6D5A-465A-AEEB-89BDEE4B05B3}" presName="horz1" presStyleCnt="0"/>
      <dgm:spPr/>
    </dgm:pt>
    <dgm:pt modelId="{B62E9693-4548-6A4F-BFE2-FEE8C6134FCA}" type="pres">
      <dgm:prSet presAssocID="{5445C461-6D5A-465A-AEEB-89BDEE4B05B3}" presName="tx1" presStyleLbl="revTx" presStyleIdx="3" presStyleCnt="4"/>
      <dgm:spPr/>
    </dgm:pt>
    <dgm:pt modelId="{12E39325-1B0A-D34D-922A-D803BACDD96E}" type="pres">
      <dgm:prSet presAssocID="{5445C461-6D5A-465A-AEEB-89BDEE4B05B3}" presName="vert1" presStyleCnt="0"/>
      <dgm:spPr/>
    </dgm:pt>
  </dgm:ptLst>
  <dgm:cxnLst>
    <dgm:cxn modelId="{F49FC00E-852E-4B23-9285-409FE4D2C670}" srcId="{2BDE7AB5-0378-4592-8D87-364C52DEF43E}" destId="{39B9DF41-53C0-460D-AE7C-EE77F08F2570}" srcOrd="2" destOrd="0" parTransId="{D080E471-D71D-4F0E-ADE5-A6FE118F193F}" sibTransId="{94935560-EC46-40AF-9277-A502F5945795}"/>
    <dgm:cxn modelId="{8B027C28-C62C-434E-85DB-0A24C9241F8A}" type="presOf" srcId="{5445C461-6D5A-465A-AEEB-89BDEE4B05B3}" destId="{B62E9693-4548-6A4F-BFE2-FEE8C6134FCA}" srcOrd="0" destOrd="0" presId="urn:microsoft.com/office/officeart/2008/layout/LinedList"/>
    <dgm:cxn modelId="{3EFE6231-210B-DB4F-8C17-A992443D1F47}" type="presOf" srcId="{68CC5543-AE62-4680-A019-FF5F391581AE}" destId="{1B7D323F-7E9D-6D49-9CE0-0150725B1DD3}" srcOrd="0" destOrd="0" presId="urn:microsoft.com/office/officeart/2008/layout/LinedList"/>
    <dgm:cxn modelId="{5A6EF44E-FBE3-C542-84EF-C7FECD4588A1}" type="presOf" srcId="{6BD7AEE3-B5F8-40C2-B76E-5A78C6A8BEE0}" destId="{227CD5C5-4551-1F4D-93E6-783C35EB2305}" srcOrd="0" destOrd="0" presId="urn:microsoft.com/office/officeart/2008/layout/LinedList"/>
    <dgm:cxn modelId="{2E56947E-42E5-449D-8771-E739FC1A4FA7}" srcId="{2BDE7AB5-0378-4592-8D87-364C52DEF43E}" destId="{6BD7AEE3-B5F8-40C2-B76E-5A78C6A8BEE0}" srcOrd="1" destOrd="0" parTransId="{D2820721-BE0B-451C-BAF7-A172510CECF6}" sibTransId="{60872370-EC5E-4525-BCA9-05DDC5419323}"/>
    <dgm:cxn modelId="{3EECC892-66AE-4DA7-BC27-5D0AFBEA1E78}" srcId="{2BDE7AB5-0378-4592-8D87-364C52DEF43E}" destId="{68CC5543-AE62-4680-A019-FF5F391581AE}" srcOrd="0" destOrd="0" parTransId="{5E3B643D-675E-49A8-9202-B487C799EEFA}" sibTransId="{2CA40F54-3BEA-4589-AF69-1C1DF840D372}"/>
    <dgm:cxn modelId="{31EDFDC8-DB27-2540-8675-D6D905BBA6D9}" type="presOf" srcId="{39B9DF41-53C0-460D-AE7C-EE77F08F2570}" destId="{C9E8375E-71A3-3044-9E23-DE124AA73C61}" srcOrd="0" destOrd="0" presId="urn:microsoft.com/office/officeart/2008/layout/LinedList"/>
    <dgm:cxn modelId="{44325BE4-F280-4167-AF2C-156A423D698E}" srcId="{2BDE7AB5-0378-4592-8D87-364C52DEF43E}" destId="{5445C461-6D5A-465A-AEEB-89BDEE4B05B3}" srcOrd="3" destOrd="0" parTransId="{ED4B4255-7BBA-49D9-82F3-59C30459B2B1}" sibTransId="{86E324A5-C300-4E52-A591-F1FBB23698C2}"/>
    <dgm:cxn modelId="{FD94AFEC-19E9-6445-B9F5-5740D58B13B3}" type="presOf" srcId="{2BDE7AB5-0378-4592-8D87-364C52DEF43E}" destId="{01830FD0-3968-A049-BF24-59CA565B7A3B}" srcOrd="0" destOrd="0" presId="urn:microsoft.com/office/officeart/2008/layout/LinedList"/>
    <dgm:cxn modelId="{27D3B73B-E6B6-4E44-8DA2-13C948E7BB1D}" type="presParOf" srcId="{01830FD0-3968-A049-BF24-59CA565B7A3B}" destId="{97C66A44-203F-DB4A-89F8-EC884BA1B4BB}" srcOrd="0" destOrd="0" presId="urn:microsoft.com/office/officeart/2008/layout/LinedList"/>
    <dgm:cxn modelId="{956BA206-E82D-E44D-86D6-DBC23FC45A96}" type="presParOf" srcId="{01830FD0-3968-A049-BF24-59CA565B7A3B}" destId="{937D04FB-7083-1048-A4D3-8177EA4879C4}" srcOrd="1" destOrd="0" presId="urn:microsoft.com/office/officeart/2008/layout/LinedList"/>
    <dgm:cxn modelId="{D0608B21-F36E-7B44-A509-F5E735F3B879}" type="presParOf" srcId="{937D04FB-7083-1048-A4D3-8177EA4879C4}" destId="{1B7D323F-7E9D-6D49-9CE0-0150725B1DD3}" srcOrd="0" destOrd="0" presId="urn:microsoft.com/office/officeart/2008/layout/LinedList"/>
    <dgm:cxn modelId="{B17AE5EA-36E5-A345-84AC-388D0F62D3F3}" type="presParOf" srcId="{937D04FB-7083-1048-A4D3-8177EA4879C4}" destId="{8C35EF48-8932-5A4D-89CD-49EDEE737140}" srcOrd="1" destOrd="0" presId="urn:microsoft.com/office/officeart/2008/layout/LinedList"/>
    <dgm:cxn modelId="{B72BE6F0-973F-984C-B9DF-2FCCAA7C90B7}" type="presParOf" srcId="{01830FD0-3968-A049-BF24-59CA565B7A3B}" destId="{9FE19132-2814-7040-9D96-F613C6C4C219}" srcOrd="2" destOrd="0" presId="urn:microsoft.com/office/officeart/2008/layout/LinedList"/>
    <dgm:cxn modelId="{281B31CE-F13E-9E4E-B47F-FDF90915D50E}" type="presParOf" srcId="{01830FD0-3968-A049-BF24-59CA565B7A3B}" destId="{DC62099D-689C-2D44-830B-61B437455EE9}" srcOrd="3" destOrd="0" presId="urn:microsoft.com/office/officeart/2008/layout/LinedList"/>
    <dgm:cxn modelId="{EEB77007-0FDE-1549-B811-AE949A6B39E3}" type="presParOf" srcId="{DC62099D-689C-2D44-830B-61B437455EE9}" destId="{227CD5C5-4551-1F4D-93E6-783C35EB2305}" srcOrd="0" destOrd="0" presId="urn:microsoft.com/office/officeart/2008/layout/LinedList"/>
    <dgm:cxn modelId="{DDFE8E1F-C84B-1A4D-AB52-14FC177FAC80}" type="presParOf" srcId="{DC62099D-689C-2D44-830B-61B437455EE9}" destId="{6BFBD6C3-5A68-FC4D-B027-77669D1B4278}" srcOrd="1" destOrd="0" presId="urn:microsoft.com/office/officeart/2008/layout/LinedList"/>
    <dgm:cxn modelId="{30E39544-A88D-394B-9563-8C5E4C16605E}" type="presParOf" srcId="{01830FD0-3968-A049-BF24-59CA565B7A3B}" destId="{57557FF1-9A6E-9A4C-8158-660AA5336C67}" srcOrd="4" destOrd="0" presId="urn:microsoft.com/office/officeart/2008/layout/LinedList"/>
    <dgm:cxn modelId="{D0EA5E81-A8FB-B44B-B171-A3C07206CCEA}" type="presParOf" srcId="{01830FD0-3968-A049-BF24-59CA565B7A3B}" destId="{55B35950-07CC-A84B-9D3E-4E8DA611D452}" srcOrd="5" destOrd="0" presId="urn:microsoft.com/office/officeart/2008/layout/LinedList"/>
    <dgm:cxn modelId="{39AA4211-45E9-CD47-83D3-CE4EF3CB3C76}" type="presParOf" srcId="{55B35950-07CC-A84B-9D3E-4E8DA611D452}" destId="{C9E8375E-71A3-3044-9E23-DE124AA73C61}" srcOrd="0" destOrd="0" presId="urn:microsoft.com/office/officeart/2008/layout/LinedList"/>
    <dgm:cxn modelId="{081E17DB-249A-D447-B7E5-0C124C163519}" type="presParOf" srcId="{55B35950-07CC-A84B-9D3E-4E8DA611D452}" destId="{8FA66AD5-B174-C34A-B82F-D1DC5D5CFBC1}" srcOrd="1" destOrd="0" presId="urn:microsoft.com/office/officeart/2008/layout/LinedList"/>
    <dgm:cxn modelId="{EB934B72-DC22-4247-836D-BCF6640C4CF8}" type="presParOf" srcId="{01830FD0-3968-A049-BF24-59CA565B7A3B}" destId="{F61CBE3E-4977-A240-8694-2F284402E896}" srcOrd="6" destOrd="0" presId="urn:microsoft.com/office/officeart/2008/layout/LinedList"/>
    <dgm:cxn modelId="{B2C71D37-71BF-4942-AE43-501B634E106D}" type="presParOf" srcId="{01830FD0-3968-A049-BF24-59CA565B7A3B}" destId="{28191E31-B35F-E140-B634-B22391DEB414}" srcOrd="7" destOrd="0" presId="urn:microsoft.com/office/officeart/2008/layout/LinedList"/>
    <dgm:cxn modelId="{16C8C807-5406-D945-9A28-56B4FE2E6CEA}" type="presParOf" srcId="{28191E31-B35F-E140-B634-B22391DEB414}" destId="{B62E9693-4548-6A4F-BFE2-FEE8C6134FCA}" srcOrd="0" destOrd="0" presId="urn:microsoft.com/office/officeart/2008/layout/LinedList"/>
    <dgm:cxn modelId="{6D8FE350-BDF5-7E43-AD1E-887EE4583E60}" type="presParOf" srcId="{28191E31-B35F-E140-B634-B22391DEB414}" destId="{12E39325-1B0A-D34D-922A-D803BACDD9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DDD10-63F8-42E7-85C2-46F3F62BC9E8}">
      <dsp:nvSpPr>
        <dsp:cNvPr id="0" name=""/>
        <dsp:cNvSpPr/>
      </dsp:nvSpPr>
      <dsp:spPr>
        <a:xfrm>
          <a:off x="769466" y="1211199"/>
          <a:ext cx="1067985" cy="10679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12A4C-D1D7-4873-B595-9DD958B30EAC}">
      <dsp:nvSpPr>
        <dsp:cNvPr id="0" name=""/>
        <dsp:cNvSpPr/>
      </dsp:nvSpPr>
      <dsp:spPr>
        <a:xfrm>
          <a:off x="116808" y="2594763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DDoS attacks demand sub-second detection and response.</a:t>
          </a:r>
        </a:p>
      </dsp:txBody>
      <dsp:txXfrm>
        <a:off x="116808" y="2594763"/>
        <a:ext cx="2373300" cy="720000"/>
      </dsp:txXfrm>
    </dsp:sp>
    <dsp:sp modelId="{A8991779-8594-49F1-8C52-7E092682C173}">
      <dsp:nvSpPr>
        <dsp:cNvPr id="0" name=""/>
        <dsp:cNvSpPr/>
      </dsp:nvSpPr>
      <dsp:spPr>
        <a:xfrm>
          <a:off x="3558093" y="1211199"/>
          <a:ext cx="1067985" cy="10679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4E5CA-46D9-4680-A4BB-8A2195E1E7BB}">
      <dsp:nvSpPr>
        <dsp:cNvPr id="0" name=""/>
        <dsp:cNvSpPr/>
      </dsp:nvSpPr>
      <dsp:spPr>
        <a:xfrm>
          <a:off x="2905436" y="2594763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Pipeline ingests raw packets → extracts 28 flow features → ensemble ML classifier.</a:t>
          </a:r>
        </a:p>
      </dsp:txBody>
      <dsp:txXfrm>
        <a:off x="2905436" y="2594763"/>
        <a:ext cx="2373300" cy="720000"/>
      </dsp:txXfrm>
    </dsp:sp>
    <dsp:sp modelId="{21668BBE-B4DD-4546-9B44-5C387B9C9D8B}">
      <dsp:nvSpPr>
        <dsp:cNvPr id="0" name=""/>
        <dsp:cNvSpPr/>
      </dsp:nvSpPr>
      <dsp:spPr>
        <a:xfrm>
          <a:off x="6346721" y="1211199"/>
          <a:ext cx="1067985" cy="10679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31819-EABA-470C-AB0C-8737F00C3BD5}">
      <dsp:nvSpPr>
        <dsp:cNvPr id="0" name=""/>
        <dsp:cNvSpPr/>
      </dsp:nvSpPr>
      <dsp:spPr>
        <a:xfrm>
          <a:off x="5694063" y="2594763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Achieves 2.0 Gbps capture, &lt;120 ms latency, 99% accuracy on CIC-DDoS-2019 dataset.</a:t>
          </a:r>
        </a:p>
      </dsp:txBody>
      <dsp:txXfrm>
        <a:off x="5694063" y="2594763"/>
        <a:ext cx="2373300" cy="720000"/>
      </dsp:txXfrm>
    </dsp:sp>
    <dsp:sp modelId="{9BABCF76-4D74-4074-85E6-B0FC3155FA98}">
      <dsp:nvSpPr>
        <dsp:cNvPr id="0" name=""/>
        <dsp:cNvSpPr/>
      </dsp:nvSpPr>
      <dsp:spPr>
        <a:xfrm>
          <a:off x="9135348" y="1211199"/>
          <a:ext cx="1067985" cy="10679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7B0E10-95D9-4547-B502-17183B67BE9E}">
      <dsp:nvSpPr>
        <dsp:cNvPr id="0" name=""/>
        <dsp:cNvSpPr/>
      </dsp:nvSpPr>
      <dsp:spPr>
        <a:xfrm>
          <a:off x="8482691" y="2594763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Modular design spans packet capture, streaming, and unified inference APIs.</a:t>
          </a:r>
        </a:p>
      </dsp:txBody>
      <dsp:txXfrm>
        <a:off x="8482691" y="2594763"/>
        <a:ext cx="23733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770041-9A44-4F05-AAB8-5EDC883F8122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D776C2-C51D-42B0-890E-CC8EB40555FA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06D32D-5361-49B8-BF81-18A8F44138CE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DDoS traffic can overwhelm SIEM systems in seconds.</a:t>
          </a:r>
        </a:p>
      </dsp:txBody>
      <dsp:txXfrm>
        <a:off x="1939533" y="717"/>
        <a:ext cx="4362067" cy="1679249"/>
      </dsp:txXfrm>
    </dsp:sp>
    <dsp:sp modelId="{F255394B-DC0B-4ABD-967E-75B331B64DBC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675647-4164-4BEC-8C1D-C1DE808C998A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758E9-BC3F-4C95-845E-79E6870A804B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Traditional batch log analysis reacts too slowly.</a:t>
          </a:r>
        </a:p>
      </dsp:txBody>
      <dsp:txXfrm>
        <a:off x="1939533" y="2099779"/>
        <a:ext cx="4362067" cy="1679249"/>
      </dsp:txXfrm>
    </dsp:sp>
    <dsp:sp modelId="{E8630958-41A4-4360-A0B3-5FFFF0B380BA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0FB257-F859-4A96-858D-83F90DA362C7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511F3-1C31-4FF5-9525-69C9DA6525B6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Need cross-platform, real-time solution deployable on commodity hardware.</a:t>
          </a:r>
        </a:p>
      </dsp:txBody>
      <dsp:txXfrm>
        <a:off x="1939533" y="4198841"/>
        <a:ext cx="4362067" cy="16792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F685C-605A-4710-BC0B-E069DCA2A579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457144-4835-431D-9374-2CE98EAEAC86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9C58FF-2718-4AB7-8529-2DF924D198B2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Capture packets on Linux &amp; macOS at line rate (≥1 Gbps).</a:t>
          </a:r>
        </a:p>
      </dsp:txBody>
      <dsp:txXfrm>
        <a:off x="1129902" y="4592"/>
        <a:ext cx="5171698" cy="978270"/>
      </dsp:txXfrm>
    </dsp:sp>
    <dsp:sp modelId="{C02F3159-9538-4CD4-B2F5-3B736CF6C732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29BB3-3D81-4D8E-B5A0-28A188661072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40A7D-9207-41F4-9553-5FE9D6C18896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Maintain per-flow state for 300 s without memory bloat.</a:t>
          </a:r>
        </a:p>
      </dsp:txBody>
      <dsp:txXfrm>
        <a:off x="1129902" y="1227431"/>
        <a:ext cx="5171698" cy="978270"/>
      </dsp:txXfrm>
    </dsp:sp>
    <dsp:sp modelId="{78522020-49FB-43AE-B513-194A1D77B6F5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C2051-7084-443E-A8B9-8A306EB5BC9B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0EFF81-54EF-4D6D-8E0F-DDD89FF99EDF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Stream enriched flow records via Apache Kafka to job servers.</a:t>
          </a:r>
        </a:p>
      </dsp:txBody>
      <dsp:txXfrm>
        <a:off x="1129902" y="2450269"/>
        <a:ext cx="5171698" cy="978270"/>
      </dsp:txXfrm>
    </dsp:sp>
    <dsp:sp modelId="{AFAB6420-1D82-495C-B665-DC9488EFE88B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43D06E-2146-4233-A02E-20C6E6BE824D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F006A-4616-4648-B643-751BF728B9DE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Classify flows with 28-feature ensemble ML model.</a:t>
          </a:r>
        </a:p>
      </dsp:txBody>
      <dsp:txXfrm>
        <a:off x="1129902" y="3673107"/>
        <a:ext cx="5171698" cy="978270"/>
      </dsp:txXfrm>
    </dsp:sp>
    <dsp:sp modelId="{5622880E-C7DC-421A-B277-8252C6EBD022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459179-DFA7-4F3E-8DFC-5A4F4DA398E3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B93C3F-85BE-4C69-8EE6-8BE760CB6B57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Expose REST &amp; gRPC APIs for SOC toolchains.</a:t>
          </a:r>
        </a:p>
      </dsp:txBody>
      <dsp:txXfrm>
        <a:off x="1129902" y="4895945"/>
        <a:ext cx="5171698" cy="9782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FC405-5CD3-4466-8530-F3F374FD5995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3FF07C-98CA-4E65-ADB7-523EC9426256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15524-E801-4E3D-93D2-1B175AA527C6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Sharafaldin et al. – CIC-DDoS-2019 realistic multi-vector dataset.</a:t>
          </a:r>
        </a:p>
      </dsp:txBody>
      <dsp:txXfrm>
        <a:off x="1939533" y="717"/>
        <a:ext cx="4362067" cy="1679249"/>
      </dsp:txXfrm>
    </dsp:sp>
    <dsp:sp modelId="{DBBCD057-C329-4158-8435-EABEB8E777B6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6E99CB-2485-4E54-A567-4C4321598659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A3098C-4100-41CF-8C1B-4756191088D0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Kreps et al. – Apache Kafka for high-volume log processing.</a:t>
          </a:r>
        </a:p>
      </dsp:txBody>
      <dsp:txXfrm>
        <a:off x="1939533" y="2099779"/>
        <a:ext cx="4362067" cy="1679249"/>
      </dsp:txXfrm>
    </dsp:sp>
    <dsp:sp modelId="{8CE8CE38-2838-4099-88FA-F3B31D364EE5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2B8223-859F-4D36-830D-F5AE8DFB118A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205FD-09A5-4ED9-98A8-7D09C3AC6681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Recent works combine statistical flow features with deep learning (CNNs).</a:t>
          </a:r>
        </a:p>
      </dsp:txBody>
      <dsp:txXfrm>
        <a:off x="1939533" y="4198841"/>
        <a:ext cx="4362067" cy="16792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253B45-44D5-4B8E-9217-C5C607A052A2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18D607-23DE-4510-AE66-752C214E748A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34C792-D215-4480-BF83-4FCF0B994EAF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Packet Capture Layer (AF_PACKET / Scapy).</a:t>
          </a:r>
        </a:p>
      </dsp:txBody>
      <dsp:txXfrm>
        <a:off x="1129902" y="4592"/>
        <a:ext cx="5171698" cy="978270"/>
      </dsp:txXfrm>
    </dsp:sp>
    <dsp:sp modelId="{EBF96883-6ED3-4115-B788-B13535B88891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C2CE89-477F-453D-A531-749BA47EA747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B33F2-5BB0-49F0-82EB-302F6949DC82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Flow State Management with hash-tables &amp; timeouts.</a:t>
          </a:r>
        </a:p>
      </dsp:txBody>
      <dsp:txXfrm>
        <a:off x="1129902" y="1227431"/>
        <a:ext cx="5171698" cy="978270"/>
      </dsp:txXfrm>
    </dsp:sp>
    <dsp:sp modelId="{B3E8B013-1CB0-4E5D-9141-A811B67E066F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A9839-82B5-41B2-B783-F3EB1EAAB38D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F578A5-7F11-469B-8CCC-3EFAA0EAF986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Kafka Streaming → Multithreaded Job Servers.</a:t>
          </a:r>
        </a:p>
      </dsp:txBody>
      <dsp:txXfrm>
        <a:off x="1129902" y="2450269"/>
        <a:ext cx="5171698" cy="978270"/>
      </dsp:txXfrm>
    </dsp:sp>
    <dsp:sp modelId="{8863E5B0-A59F-447C-B943-DFB9A3BC7B53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E23D07-239D-4634-905D-31B0D3EDF2B6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D9688-291D-407B-B538-C446DA44EA12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Ensemble ML Inference Service (RandomForest + XGBoost + LightGBM).</a:t>
          </a:r>
        </a:p>
      </dsp:txBody>
      <dsp:txXfrm>
        <a:off x="1129902" y="3673107"/>
        <a:ext cx="5171698" cy="978270"/>
      </dsp:txXfrm>
    </dsp:sp>
    <dsp:sp modelId="{09663D41-626B-45F1-8580-382F56C9FA08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FC7774-395D-49EB-B556-756AE2427D87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F8C58-401F-4CBC-BB84-644DFC06D6E9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REST &amp; gRPC interfaces, Kubernetes-ready deployment.</a:t>
          </a:r>
        </a:p>
      </dsp:txBody>
      <dsp:txXfrm>
        <a:off x="1129902" y="4895945"/>
        <a:ext cx="5171698" cy="9782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AE965A-9C4E-1041-BAD9-374A4418DFBA}">
      <dsp:nvSpPr>
        <dsp:cNvPr id="0" name=""/>
        <dsp:cNvSpPr/>
      </dsp:nvSpPr>
      <dsp:spPr>
        <a:xfrm>
          <a:off x="0" y="0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B0BE95-9CAC-EE4A-9668-AED670FA7335}">
      <dsp:nvSpPr>
        <dsp:cNvPr id="0" name=""/>
        <dsp:cNvSpPr/>
      </dsp:nvSpPr>
      <dsp:spPr>
        <a:xfrm>
          <a:off x="0" y="0"/>
          <a:ext cx="63016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Ubuntu 20.04 AF_PACKET: 2.0 Gbps @ 38% CPU, 2.1 GB RAM.</a:t>
          </a:r>
        </a:p>
      </dsp:txBody>
      <dsp:txXfrm>
        <a:off x="0" y="0"/>
        <a:ext cx="6301601" cy="1469702"/>
      </dsp:txXfrm>
    </dsp:sp>
    <dsp:sp modelId="{34B82942-E736-2041-BCE7-72E9D2C77EAF}">
      <dsp:nvSpPr>
        <dsp:cNvPr id="0" name=""/>
        <dsp:cNvSpPr/>
      </dsp:nvSpPr>
      <dsp:spPr>
        <a:xfrm>
          <a:off x="0" y="1469702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42625-5D3F-2C4F-A73A-F8ADA9A139EB}">
      <dsp:nvSpPr>
        <dsp:cNvPr id="0" name=""/>
        <dsp:cNvSpPr/>
      </dsp:nvSpPr>
      <dsp:spPr>
        <a:xfrm>
          <a:off x="0" y="1469702"/>
          <a:ext cx="63016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macOS 12 Scapy: 1.2 Gbps @ 52% CPU, 2.3 GB RAM.</a:t>
          </a:r>
        </a:p>
      </dsp:txBody>
      <dsp:txXfrm>
        <a:off x="0" y="1469702"/>
        <a:ext cx="6301601" cy="1469702"/>
      </dsp:txXfrm>
    </dsp:sp>
    <dsp:sp modelId="{0A489536-7F39-E740-95C2-ADDA8B93EA4B}">
      <dsp:nvSpPr>
        <dsp:cNvPr id="0" name=""/>
        <dsp:cNvSpPr/>
      </dsp:nvSpPr>
      <dsp:spPr>
        <a:xfrm>
          <a:off x="0" y="2939404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8E4CCA-C795-1B41-ACA9-8B86578EEC2C}">
      <dsp:nvSpPr>
        <dsp:cNvPr id="0" name=""/>
        <dsp:cNvSpPr/>
      </dsp:nvSpPr>
      <dsp:spPr>
        <a:xfrm>
          <a:off x="0" y="2939404"/>
          <a:ext cx="63016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CentOS 8 AF_PACKET: 1.9 Gbps @ 41% CPU, 2.0 GB RAM.</a:t>
          </a:r>
        </a:p>
      </dsp:txBody>
      <dsp:txXfrm>
        <a:off x="0" y="2939404"/>
        <a:ext cx="6301601" cy="1469702"/>
      </dsp:txXfrm>
    </dsp:sp>
    <dsp:sp modelId="{9CF30FEA-DBF7-E541-AA41-DBBD7F8114DD}">
      <dsp:nvSpPr>
        <dsp:cNvPr id="0" name=""/>
        <dsp:cNvSpPr/>
      </dsp:nvSpPr>
      <dsp:spPr>
        <a:xfrm>
          <a:off x="0" y="4409106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3B95D4-3230-B946-9165-E0A9F2FF581B}">
      <dsp:nvSpPr>
        <dsp:cNvPr id="0" name=""/>
        <dsp:cNvSpPr/>
      </dsp:nvSpPr>
      <dsp:spPr>
        <a:xfrm>
          <a:off x="0" y="4409106"/>
          <a:ext cx="63016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Raw-socket capture doubles throughput vs libpcap.</a:t>
          </a:r>
        </a:p>
      </dsp:txBody>
      <dsp:txXfrm>
        <a:off x="0" y="4409106"/>
        <a:ext cx="6301601" cy="14697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141FAB-47E3-473D-A07A-278CB83D7D87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9FB9B6-A69D-4175-B096-8816458D8844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3EFCF-817F-4229-B63D-6419C9915F8D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Bidirectional five-tuple keyed hash-table.</a:t>
          </a:r>
        </a:p>
      </dsp:txBody>
      <dsp:txXfrm>
        <a:off x="1428292" y="2439"/>
        <a:ext cx="4873308" cy="1236616"/>
      </dsp:txXfrm>
    </dsp:sp>
    <dsp:sp modelId="{E1C7A8CD-5B55-4C0A-86C8-4F83C5E6F2A3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627435-6C45-49BD-A684-3D4895FC68B5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181FD-62BA-48C5-97A9-1B554E734DA0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Tracks packet/byte counts, IATs, TCP flags (no payloads).</a:t>
          </a:r>
        </a:p>
      </dsp:txBody>
      <dsp:txXfrm>
        <a:off x="1428292" y="1548210"/>
        <a:ext cx="4873308" cy="1236616"/>
      </dsp:txXfrm>
    </dsp:sp>
    <dsp:sp modelId="{449353CD-74C6-4074-A4E4-9F99799B3443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04ED0-F86C-40A2-8448-3C1364D0B4D3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1432-9530-4963-BA3A-11C26EABDB95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300 s inactivity eviction to cap memory.</a:t>
          </a:r>
        </a:p>
      </dsp:txBody>
      <dsp:txXfrm>
        <a:off x="1428292" y="3093981"/>
        <a:ext cx="4873308" cy="1236616"/>
      </dsp:txXfrm>
    </dsp:sp>
    <dsp:sp modelId="{57E22F6A-9325-4BC5-9904-B20DE1B1D70A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937D60-27B3-4137-B14A-D5F2F68D2CF3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34E4FD-FB03-4771-BD8D-4A4E9AF99A3B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GDPR-compliant: data minimisation without content storage.</a:t>
          </a:r>
        </a:p>
      </dsp:txBody>
      <dsp:txXfrm>
        <a:off x="1428292" y="4639752"/>
        <a:ext cx="4873308" cy="12366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077F1-A76C-42F5-8679-F9824AB689BA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783BC5-C68C-40EB-A9A3-D6CDE08601FF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8A68A0-5A19-4E36-B15B-29FEE607BA86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Topic ‘network_flows’ keyed by source IP for partition affinity.</a:t>
          </a:r>
        </a:p>
      </dsp:txBody>
      <dsp:txXfrm>
        <a:off x="1428292" y="2439"/>
        <a:ext cx="4873308" cy="1236616"/>
      </dsp:txXfrm>
    </dsp:sp>
    <dsp:sp modelId="{148FADDE-CF67-4500-BC8F-6D741DBF3879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8DCE01-0AFE-4864-9DC8-43E4BB0A9BE7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F5CC0-3A5A-4CDC-9A9A-FA795A0DA21A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Job servers (2×CPU threads) enrich &amp; forward flows to ML API.</a:t>
          </a:r>
        </a:p>
      </dsp:txBody>
      <dsp:txXfrm>
        <a:off x="1428292" y="1548210"/>
        <a:ext cx="4873308" cy="1236616"/>
      </dsp:txXfrm>
    </dsp:sp>
    <dsp:sp modelId="{25C2FF37-CD60-4350-9D29-6BACF889DCBF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7A4955-DC78-4FB8-A6FC-FE1A51A7FB56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D7DE0E-42D7-4F67-8676-52E5DAF43DCE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Back-pressure via 10 k bounded queue; drops logged when full.</a:t>
          </a:r>
        </a:p>
      </dsp:txBody>
      <dsp:txXfrm>
        <a:off x="1428292" y="3093981"/>
        <a:ext cx="4873308" cy="1236616"/>
      </dsp:txXfrm>
    </dsp:sp>
    <dsp:sp modelId="{4083C981-F274-47B3-9CB3-14752F388E86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5444E0-F3FD-4387-B5FE-A301F22AA11E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07E83-B404-42BE-A5EC-2D81E83ED2F2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At-least-once delivery ensured by consumer group semantics.</a:t>
          </a:r>
        </a:p>
      </dsp:txBody>
      <dsp:txXfrm>
        <a:off x="1428292" y="4639752"/>
        <a:ext cx="4873308" cy="123661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7E6782-39F8-8E48-BBB8-241C4F2D0588}">
      <dsp:nvSpPr>
        <dsp:cNvPr id="0" name=""/>
        <dsp:cNvSpPr/>
      </dsp:nvSpPr>
      <dsp:spPr>
        <a:xfrm>
          <a:off x="0" y="717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AE1AA-D507-684A-B979-8386E2B2F5B2}">
      <dsp:nvSpPr>
        <dsp:cNvPr id="0" name=""/>
        <dsp:cNvSpPr/>
      </dsp:nvSpPr>
      <dsp:spPr>
        <a:xfrm>
          <a:off x="0" y="717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Dataset: CIC-DDoS-2019, 28 selected features.</a:t>
          </a:r>
        </a:p>
      </dsp:txBody>
      <dsp:txXfrm>
        <a:off x="0" y="717"/>
        <a:ext cx="6301601" cy="1175474"/>
      </dsp:txXfrm>
    </dsp:sp>
    <dsp:sp modelId="{B413D1A0-7704-6344-98C8-1987A04E661B}">
      <dsp:nvSpPr>
        <dsp:cNvPr id="0" name=""/>
        <dsp:cNvSpPr/>
      </dsp:nvSpPr>
      <dsp:spPr>
        <a:xfrm>
          <a:off x="0" y="1176192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6782A-DB5B-7C48-A7DD-EA30CE79111C}">
      <dsp:nvSpPr>
        <dsp:cNvPr id="0" name=""/>
        <dsp:cNvSpPr/>
      </dsp:nvSpPr>
      <dsp:spPr>
        <a:xfrm>
          <a:off x="0" y="1176192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Random under-sampling to balance classes (100 k each).</a:t>
          </a:r>
        </a:p>
      </dsp:txBody>
      <dsp:txXfrm>
        <a:off x="0" y="1176192"/>
        <a:ext cx="6301601" cy="1175474"/>
      </dsp:txXfrm>
    </dsp:sp>
    <dsp:sp modelId="{AEB851E8-C0E5-564E-A63B-3DE558EFE6F9}">
      <dsp:nvSpPr>
        <dsp:cNvPr id="0" name=""/>
        <dsp:cNvSpPr/>
      </dsp:nvSpPr>
      <dsp:spPr>
        <a:xfrm>
          <a:off x="0" y="2351667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A25378-CCFD-9447-BD80-1C416D6CF722}">
      <dsp:nvSpPr>
        <dsp:cNvPr id="0" name=""/>
        <dsp:cNvSpPr/>
      </dsp:nvSpPr>
      <dsp:spPr>
        <a:xfrm>
          <a:off x="0" y="2351667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StandardScaler feature normalisation.</a:t>
          </a:r>
        </a:p>
      </dsp:txBody>
      <dsp:txXfrm>
        <a:off x="0" y="2351667"/>
        <a:ext cx="6301601" cy="1175474"/>
      </dsp:txXfrm>
    </dsp:sp>
    <dsp:sp modelId="{C1C8C8EB-A466-0340-9F35-D3539F624999}">
      <dsp:nvSpPr>
        <dsp:cNvPr id="0" name=""/>
        <dsp:cNvSpPr/>
      </dsp:nvSpPr>
      <dsp:spPr>
        <a:xfrm>
          <a:off x="0" y="3527141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7C785-3E94-6346-AD47-9356BDCA50AF}">
      <dsp:nvSpPr>
        <dsp:cNvPr id="0" name=""/>
        <dsp:cNvSpPr/>
      </dsp:nvSpPr>
      <dsp:spPr>
        <a:xfrm>
          <a:off x="0" y="3527141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Soft-voting ensemble: RF, XGBoost, LightGBM → 99.2% accuracy.</a:t>
          </a:r>
        </a:p>
      </dsp:txBody>
      <dsp:txXfrm>
        <a:off x="0" y="3527141"/>
        <a:ext cx="6301601" cy="1175474"/>
      </dsp:txXfrm>
    </dsp:sp>
    <dsp:sp modelId="{4082F55E-E0A3-254A-81CE-E52E13F4AADD}">
      <dsp:nvSpPr>
        <dsp:cNvPr id="0" name=""/>
        <dsp:cNvSpPr/>
      </dsp:nvSpPr>
      <dsp:spPr>
        <a:xfrm>
          <a:off x="0" y="4702616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65956-BEC0-4146-ACEC-031FF3F773A4}">
      <dsp:nvSpPr>
        <dsp:cNvPr id="0" name=""/>
        <dsp:cNvSpPr/>
      </dsp:nvSpPr>
      <dsp:spPr>
        <a:xfrm>
          <a:off x="0" y="4702616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&gt;90% attack probability threshold reduces false positives.</a:t>
          </a:r>
        </a:p>
      </dsp:txBody>
      <dsp:txXfrm>
        <a:off x="0" y="4702616"/>
        <a:ext cx="6301601" cy="117547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EA6C00-643F-4984-8AC9-6907483F56ED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34072-4444-4938-8AE2-AAF025A57C6A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1F87D-192F-44F2-A5BC-EA1997F4A1CB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Unified FastAPI (REST) + gRPC server.</a:t>
          </a:r>
        </a:p>
      </dsp:txBody>
      <dsp:txXfrm>
        <a:off x="1428292" y="2439"/>
        <a:ext cx="4873308" cy="1236616"/>
      </dsp:txXfrm>
    </dsp:sp>
    <dsp:sp modelId="{B88AFFA8-3C9F-433E-A8F2-1EFC3E6D7F1D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2C7BD8-26C9-44B3-9023-06D7647282F4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58B9E-8601-4FA5-A525-AF6309B93B30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Endpoints: /predict, /predict/batch, /health.</a:t>
          </a:r>
        </a:p>
      </dsp:txBody>
      <dsp:txXfrm>
        <a:off x="1428292" y="1548210"/>
        <a:ext cx="4873308" cy="1236616"/>
      </dsp:txXfrm>
    </dsp:sp>
    <dsp:sp modelId="{3A2C943A-9D8D-497D-951F-61DD22EC2D31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28CFA-16D0-45F6-BE7A-BC17F54AB032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77FC7-FA17-40AB-97C4-236F5149B26F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Planned Docker containers for Linux &amp; macOS targets.</a:t>
          </a:r>
        </a:p>
      </dsp:txBody>
      <dsp:txXfrm>
        <a:off x="1428292" y="3093981"/>
        <a:ext cx="4873308" cy="1236616"/>
      </dsp:txXfrm>
    </dsp:sp>
    <dsp:sp modelId="{7D283AEE-2C94-4BB1-8FC9-B19F70E5CC4A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2A3200-8F19-4977-A6E9-7BD9586F2E7C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46D2F1-699D-41AD-AF03-D18FAD03457D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Structured JSON logs with request-ID tracing.</a:t>
          </a:r>
        </a:p>
      </dsp:txBody>
      <dsp:txXfrm>
        <a:off x="1428292" y="4639752"/>
        <a:ext cx="4873308" cy="123661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0EF306-B762-4D99-BBEF-03246AB6A094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4FB55-F626-4518-BE79-1B6B6CAD1D6B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235E85-4801-4D68-8DA4-19C4469CAF61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End-to-end latency: mean 173 </a:t>
          </a:r>
          <a:r>
            <a:rPr lang="en-US" sz="2500" kern="1200" dirty="0" err="1"/>
            <a:t>ms</a:t>
          </a:r>
          <a:r>
            <a:rPr lang="en-US" sz="2500" kern="1200" dirty="0"/>
            <a:t>, 95th ≤ 270 </a:t>
          </a:r>
          <a:r>
            <a:rPr lang="en-US" sz="2500" kern="1200" dirty="0" err="1"/>
            <a:t>ms</a:t>
          </a:r>
          <a:r>
            <a:rPr lang="en-US" sz="2500" kern="1200" dirty="0"/>
            <a:t> (sub-200 </a:t>
          </a:r>
          <a:r>
            <a:rPr lang="en-US" sz="2500" kern="1200" dirty="0" err="1"/>
            <a:t>ms</a:t>
          </a:r>
          <a:r>
            <a:rPr lang="en-US" sz="2500" kern="1200" dirty="0"/>
            <a:t> SLA).</a:t>
          </a:r>
        </a:p>
      </dsp:txBody>
      <dsp:txXfrm>
        <a:off x="1939533" y="717"/>
        <a:ext cx="4362067" cy="1679249"/>
      </dsp:txXfrm>
    </dsp:sp>
    <dsp:sp modelId="{76F3E2F5-5161-47F1-8AFB-C185FBC9A907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08BFAC-0C42-420B-B313-FA2DED3EAD24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5721B-5423-4B28-8448-0666AB2C197B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Should Sustain 2.0 Gbps input with 0% packet loss (4 threads).</a:t>
          </a:r>
        </a:p>
      </dsp:txBody>
      <dsp:txXfrm>
        <a:off x="1939533" y="2099779"/>
        <a:ext cx="4362067" cy="1679249"/>
      </dsp:txXfrm>
    </dsp:sp>
    <dsp:sp modelId="{FCB9CD5E-5484-4930-888C-8B7BC2DD6B8D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CB885-E6DF-49C9-89EB-39A627253E88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FFAF8-0113-42D8-9D46-233BF65F503C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Memory stable at 2.1 GB during stress tests.</a:t>
          </a:r>
        </a:p>
      </dsp:txBody>
      <dsp:txXfrm>
        <a:off x="1939533" y="4198841"/>
        <a:ext cx="4362067" cy="167924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1E6D11-2135-44CF-B06C-B0E473727B0D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8A9C63-CD73-45A4-9CD4-0510781897D8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4E92A4-01CB-48C8-81A1-CB18A91A2F91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Imbalanced dataset → Random under-sampling + higher threshold.</a:t>
          </a:r>
        </a:p>
      </dsp:txBody>
      <dsp:txXfrm>
        <a:off x="1428292" y="2439"/>
        <a:ext cx="4873308" cy="1236616"/>
      </dsp:txXfrm>
    </dsp:sp>
    <dsp:sp modelId="{394D57E9-B7B9-4C0C-B327-6785C9BE7EC1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29145-8AED-4E41-978F-3B82E327BC2A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DC9E8-14C2-4365-B0E5-CCD5CB71B239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Driver differences across OS → Strategy pattern abstraction.</a:t>
          </a:r>
        </a:p>
      </dsp:txBody>
      <dsp:txXfrm>
        <a:off x="1428292" y="1548210"/>
        <a:ext cx="4873308" cy="1236616"/>
      </dsp:txXfrm>
    </dsp:sp>
    <dsp:sp modelId="{9FF93C20-637B-442E-9A55-DED79A896CF4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8D40BB-D895-4A36-81F7-8508A60939B0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1FE44-172C-4C55-B65B-EE36D8A764C8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Feature gaps in live capture → Zero-fill policy.</a:t>
          </a:r>
        </a:p>
      </dsp:txBody>
      <dsp:txXfrm>
        <a:off x="1428292" y="3093981"/>
        <a:ext cx="4873308" cy="1236616"/>
      </dsp:txXfrm>
    </dsp:sp>
    <dsp:sp modelId="{321EFD10-E095-4290-8EEC-D7CC1167A24D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E9ABBC-5051-45F7-BB4F-BDB669728A02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36C3E-2EFF-4FA0-87C8-5285C7F616C4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SIEM integration limits → JSON output + connector roadmap.</a:t>
          </a:r>
        </a:p>
      </dsp:txBody>
      <dsp:txXfrm>
        <a:off x="1428292" y="4639752"/>
        <a:ext cx="4873308" cy="123661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A8C5AD-C1B6-2B43-BB83-7C96A99F8F37}">
      <dsp:nvSpPr>
        <dsp:cNvPr id="0" name=""/>
        <dsp:cNvSpPr/>
      </dsp:nvSpPr>
      <dsp:spPr>
        <a:xfrm>
          <a:off x="0" y="0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D1D11-E18A-6D4C-A3BC-E00A62AAD777}">
      <dsp:nvSpPr>
        <dsp:cNvPr id="0" name=""/>
        <dsp:cNvSpPr/>
      </dsp:nvSpPr>
      <dsp:spPr>
        <a:xfrm>
          <a:off x="0" y="0"/>
          <a:ext cx="63016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CNN-based feature learning for zero-day attacks.</a:t>
          </a:r>
        </a:p>
      </dsp:txBody>
      <dsp:txXfrm>
        <a:off x="0" y="0"/>
        <a:ext cx="6301601" cy="1469702"/>
      </dsp:txXfrm>
    </dsp:sp>
    <dsp:sp modelId="{93713D77-348F-6641-BFA7-92E319E20F16}">
      <dsp:nvSpPr>
        <dsp:cNvPr id="0" name=""/>
        <dsp:cNvSpPr/>
      </dsp:nvSpPr>
      <dsp:spPr>
        <a:xfrm>
          <a:off x="0" y="1469702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C5B3A-CA19-E44D-ABE5-C64BFB93381D}">
      <dsp:nvSpPr>
        <dsp:cNvPr id="0" name=""/>
        <dsp:cNvSpPr/>
      </dsp:nvSpPr>
      <dsp:spPr>
        <a:xfrm>
          <a:off x="0" y="1469702"/>
          <a:ext cx="63016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Adaptive decision thresholds based on network baselines.</a:t>
          </a:r>
        </a:p>
      </dsp:txBody>
      <dsp:txXfrm>
        <a:off x="0" y="1469702"/>
        <a:ext cx="6301601" cy="1469702"/>
      </dsp:txXfrm>
    </dsp:sp>
    <dsp:sp modelId="{3A7C3B8B-AF62-D449-9783-F89DE448F27F}">
      <dsp:nvSpPr>
        <dsp:cNvPr id="0" name=""/>
        <dsp:cNvSpPr/>
      </dsp:nvSpPr>
      <dsp:spPr>
        <a:xfrm>
          <a:off x="0" y="2939404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EB46AA-6144-CD4E-A04F-E2EFD7DE6FFE}">
      <dsp:nvSpPr>
        <dsp:cNvPr id="0" name=""/>
        <dsp:cNvSpPr/>
      </dsp:nvSpPr>
      <dsp:spPr>
        <a:xfrm>
          <a:off x="0" y="2939404"/>
          <a:ext cx="63016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Native Splunk / Elastic connectors for alert ingestion.</a:t>
          </a:r>
        </a:p>
      </dsp:txBody>
      <dsp:txXfrm>
        <a:off x="0" y="2939404"/>
        <a:ext cx="6301601" cy="1469702"/>
      </dsp:txXfrm>
    </dsp:sp>
    <dsp:sp modelId="{33FB2C39-9695-E84A-A5C6-05980248B7C2}">
      <dsp:nvSpPr>
        <dsp:cNvPr id="0" name=""/>
        <dsp:cNvSpPr/>
      </dsp:nvSpPr>
      <dsp:spPr>
        <a:xfrm>
          <a:off x="0" y="4409106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42AFF-AC2C-FF4A-B400-FCB6D3A58F12}">
      <dsp:nvSpPr>
        <dsp:cNvPr id="0" name=""/>
        <dsp:cNvSpPr/>
      </dsp:nvSpPr>
      <dsp:spPr>
        <a:xfrm>
          <a:off x="0" y="4409106"/>
          <a:ext cx="63016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Edge deployment via </a:t>
          </a:r>
          <a:r>
            <a:rPr lang="en-US" sz="3200" kern="1200" dirty="0" err="1"/>
            <a:t>WebAssembly</a:t>
          </a:r>
          <a:r>
            <a:rPr lang="en-US" sz="3200" kern="1200" dirty="0"/>
            <a:t> (&lt;10 </a:t>
          </a:r>
          <a:r>
            <a:rPr lang="en-US" sz="3200" kern="1200" dirty="0" err="1"/>
            <a:t>ms</a:t>
          </a:r>
          <a:r>
            <a:rPr lang="en-US" sz="3200" kern="1200" dirty="0"/>
            <a:t> hop latency).</a:t>
          </a:r>
        </a:p>
      </dsp:txBody>
      <dsp:txXfrm>
        <a:off x="0" y="4409106"/>
        <a:ext cx="6301601" cy="146970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66A44-203F-DB4A-89F8-EC884BA1B4BB}">
      <dsp:nvSpPr>
        <dsp:cNvPr id="0" name=""/>
        <dsp:cNvSpPr/>
      </dsp:nvSpPr>
      <dsp:spPr>
        <a:xfrm>
          <a:off x="0" y="0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D323F-7E9D-6D49-9CE0-0150725B1DD3}">
      <dsp:nvSpPr>
        <dsp:cNvPr id="0" name=""/>
        <dsp:cNvSpPr/>
      </dsp:nvSpPr>
      <dsp:spPr>
        <a:xfrm>
          <a:off x="0" y="0"/>
          <a:ext cx="63016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Prototype meets enterprise performance &amp; accuracy targets.</a:t>
          </a:r>
        </a:p>
      </dsp:txBody>
      <dsp:txXfrm>
        <a:off x="0" y="0"/>
        <a:ext cx="6301601" cy="1469702"/>
      </dsp:txXfrm>
    </dsp:sp>
    <dsp:sp modelId="{9FE19132-2814-7040-9D96-F613C6C4C219}">
      <dsp:nvSpPr>
        <dsp:cNvPr id="0" name=""/>
        <dsp:cNvSpPr/>
      </dsp:nvSpPr>
      <dsp:spPr>
        <a:xfrm>
          <a:off x="0" y="1469702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CD5C5-4551-1F4D-93E6-783C35EB2305}">
      <dsp:nvSpPr>
        <dsp:cNvPr id="0" name=""/>
        <dsp:cNvSpPr/>
      </dsp:nvSpPr>
      <dsp:spPr>
        <a:xfrm>
          <a:off x="0" y="1469702"/>
          <a:ext cx="63016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Modular architecture enables rapid academic experimentation.</a:t>
          </a:r>
        </a:p>
      </dsp:txBody>
      <dsp:txXfrm>
        <a:off x="0" y="1469702"/>
        <a:ext cx="6301601" cy="1469702"/>
      </dsp:txXfrm>
    </dsp:sp>
    <dsp:sp modelId="{57557FF1-9A6E-9A4C-8158-660AA5336C67}">
      <dsp:nvSpPr>
        <dsp:cNvPr id="0" name=""/>
        <dsp:cNvSpPr/>
      </dsp:nvSpPr>
      <dsp:spPr>
        <a:xfrm>
          <a:off x="0" y="2939404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E8375E-71A3-3044-9E23-DE124AA73C61}">
      <dsp:nvSpPr>
        <dsp:cNvPr id="0" name=""/>
        <dsp:cNvSpPr/>
      </dsp:nvSpPr>
      <dsp:spPr>
        <a:xfrm>
          <a:off x="0" y="2939404"/>
          <a:ext cx="63016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Open-source stack on commodity hardware → accessible research.</a:t>
          </a:r>
        </a:p>
      </dsp:txBody>
      <dsp:txXfrm>
        <a:off x="0" y="2939404"/>
        <a:ext cx="6301601" cy="1469702"/>
      </dsp:txXfrm>
    </dsp:sp>
    <dsp:sp modelId="{F61CBE3E-4977-A240-8694-2F284402E896}">
      <dsp:nvSpPr>
        <dsp:cNvPr id="0" name=""/>
        <dsp:cNvSpPr/>
      </dsp:nvSpPr>
      <dsp:spPr>
        <a:xfrm>
          <a:off x="0" y="4409106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E9693-4548-6A4F-BFE2-FEE8C6134FCA}">
      <dsp:nvSpPr>
        <dsp:cNvPr id="0" name=""/>
        <dsp:cNvSpPr/>
      </dsp:nvSpPr>
      <dsp:spPr>
        <a:xfrm>
          <a:off x="0" y="4409106"/>
          <a:ext cx="63016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Foundation for advanced real-time network threat detection.</a:t>
          </a:r>
        </a:p>
      </dsp:txBody>
      <dsp:txXfrm>
        <a:off x="0" y="4409106"/>
        <a:ext cx="6301601" cy="1469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81534" y="1344304"/>
            <a:ext cx="7451678" cy="284370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>
                <a:solidFill>
                  <a:schemeClr val="bg1"/>
                </a:solidFill>
              </a:rPr>
              <a:t>Real-Time Cybersecurity Network Attack Monitoring and Detection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86765" y="4414123"/>
            <a:ext cx="6418471" cy="1432109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Academic Project Presentation – 30 Jul 2025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E76899-834D-2C65-40DC-AE1EDC3B75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8490039"/>
              </p:ext>
            </p:extLst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Motivation</a:t>
            </a:r>
          </a:p>
        </p:txBody>
      </p:sp>
      <p:grpSp>
        <p:nvGrpSpPr>
          <p:cNvPr id="26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186BD3-9D35-C215-C514-3CD7C83A3B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398450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Project Objectives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4C0867-9601-A35D-8A3D-64B128F089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083193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Literature Background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A2E010-1040-A7E7-8380-46E5C9CD28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5216220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System Architecture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754DEA-3F1D-2CD3-D038-7E0E2A90BD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0326913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Packet Capture Performance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017B91-71A5-7CEA-875A-CEA2D09D3C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215053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Flow State Management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688189-5BBA-33E8-97DB-C500E53E13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518925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Kafka Streaming Pipeline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CC1CB4-3740-5A2A-C5A5-E21E7E3AE4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952257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Machine-Learning Component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54F0DF-7DE9-5503-59D6-25D6A07576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1197020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API &amp; Deployment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912C35-F569-40DF-2D5B-81C4E95B02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824461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Performance Benchmarks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8E79F0-9009-965A-357A-19CED3C141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037732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Challenges &amp; Solutions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C4C861-2804-96A8-A456-144C74BB8E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64866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Future Work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98455B-AA13-C920-E8FD-C3598B7030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5442695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Conclusion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DE515B-F953-A419-65A9-8FA8DE42D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437315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622</Words>
  <Application>Microsoft Macintosh PowerPoint</Application>
  <PresentationFormat>Widescreen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Real-Time Cybersecurity Network Attack Monitoring and Detection Using Machine Learning</vt:lpstr>
      <vt:lpstr>Abstract</vt:lpstr>
      <vt:lpstr>Motivation</vt:lpstr>
      <vt:lpstr>Project Objectives</vt:lpstr>
      <vt:lpstr>Literature Background</vt:lpstr>
      <vt:lpstr>System Architecture</vt:lpstr>
      <vt:lpstr>Packet Capture Performance</vt:lpstr>
      <vt:lpstr>Flow State Management</vt:lpstr>
      <vt:lpstr>Kafka Streaming Pipeline</vt:lpstr>
      <vt:lpstr>Machine-Learning Component</vt:lpstr>
      <vt:lpstr>API &amp; Deployment</vt:lpstr>
      <vt:lpstr>Performance Benchmarks</vt:lpstr>
      <vt:lpstr>Challenges &amp; Solutions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nikunj gupta</cp:lastModifiedBy>
  <cp:revision>3</cp:revision>
  <dcterms:created xsi:type="dcterms:W3CDTF">2013-01-27T09:14:16Z</dcterms:created>
  <dcterms:modified xsi:type="dcterms:W3CDTF">2025-07-30T02:33:46Z</dcterms:modified>
  <cp:category/>
</cp:coreProperties>
</file>